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2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826" r:id="rId2"/>
    <p:sldMasterId id="2147483910" r:id="rId3"/>
  </p:sldMasterIdLst>
  <p:notesMasterIdLst>
    <p:notesMasterId r:id="rId7"/>
  </p:notesMasterIdLst>
  <p:handoutMasterIdLst>
    <p:handoutMasterId r:id="rId8"/>
  </p:handoutMasterIdLst>
  <p:sldIdLst>
    <p:sldId id="5069" r:id="rId4"/>
    <p:sldId id="5070" r:id="rId5"/>
    <p:sldId id="5071" r:id="rId6"/>
  </p:sldIdLst>
  <p:sldSz cx="9144000" cy="5143500" type="screen16x9"/>
  <p:notesSz cx="6808788" cy="9940925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5-MEMBER TEAMS" id="{B9F4BE47-BFB4-47A1-A438-8186D1D4E2CE}">
          <p14:sldIdLst/>
        </p14:section>
        <p14:section name="6-MEMBER TEAMS" id="{44CDFE22-33A4-4E0F-9770-FE6500BBFF4D}">
          <p14:sldIdLst>
            <p14:sldId id="5069"/>
          </p14:sldIdLst>
        </p14:section>
        <p14:section name="7-MEMBER TEAMS" id="{F01B7C32-1EEB-420A-91DD-29E000E1B3F2}">
          <p14:sldIdLst/>
        </p14:section>
        <p14:section name="8-MEMBER TEAMS" id="{E36475AA-1438-4541-BCB0-6B5C43CFA11A}">
          <p14:sldIdLst/>
        </p14:section>
        <p14:section name="TEAM CONTRACT" id="{5042770C-4DAF-46A3-BCB8-2206D155939C}">
          <p14:sldIdLst>
            <p14:sldId id="5070"/>
            <p14:sldId id="507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6C5ABD-60F1-6127-E52D-2C83952C0CDB}" name="Itziar de Ros" initials="IdR" userId="Itziar de Ros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chtenstein, Harel" initials="HL" lastIdx="1" clrIdx="0">
    <p:extLst>
      <p:ext uri="{19B8F6BF-5375-455C-9EA6-DF929625EA0E}">
        <p15:presenceInfo xmlns:p15="http://schemas.microsoft.com/office/powerpoint/2012/main" userId="S::Harel.Lichtenstein@iese.net::5432b518-d4e8-4c84-9161-b4d1b3055c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3F3F3"/>
    <a:srgbClr val="212529"/>
    <a:srgbClr val="14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6" autoAdjust="0"/>
    <p:restoredTop sz="92686" autoAdjust="0"/>
  </p:normalViewPr>
  <p:slideViewPr>
    <p:cSldViewPr>
      <p:cViewPr varScale="1">
        <p:scale>
          <a:sx n="134" d="100"/>
          <a:sy n="134" d="100"/>
        </p:scale>
        <p:origin x="10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1-03T19:19:10.286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720CB6-09A9-1066-DA07-D60A002C3B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3B9D11-BA90-7606-84AE-B5E8AAE01C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737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2583E-A216-504C-92A5-02659C540DF9}" type="datetimeFigureOut">
              <a:rPr lang="en-ES" smtClean="0"/>
              <a:t>12/31/2025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76A552-0AE1-6E5D-EAE1-78BC4377FF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2FB3C-E1B9-AD32-9AD0-9DBC85D361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737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FA466-9C51-D249-B95C-E7D0868FAD0A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13965581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072CE-7C26-C34C-8B4E-AAC792346B7E}" type="datetimeFigureOut">
              <a:rPr lang="en-ES" smtClean="0"/>
              <a:t>12/31/2025</a:t>
            </a:fld>
            <a:endParaRPr lang="en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070"/>
            <a:ext cx="5447030" cy="3914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4C204-267E-DB4F-956D-83EBC7CB991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5520403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691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462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F37F7-48C8-8406-3097-752B47F9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184A6-E99D-BB3D-16D4-55B89EEB7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3B123-28FB-57FA-7651-8776E1023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413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3">
            <a:extLst>
              <a:ext uri="{FF2B5EF4-FFF2-40B4-BE49-F238E27FC236}">
                <a16:creationId xmlns:a16="http://schemas.microsoft.com/office/drawing/2014/main" id="{EF4EA3B6-4058-AD5A-279B-082A14C62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2"/>
            <a:ext cx="4300486" cy="5143498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5" name="Marcador de texto 37">
            <a:extLst>
              <a:ext uri="{FF2B5EF4-FFF2-40B4-BE49-F238E27FC236}">
                <a16:creationId xmlns:a16="http://schemas.microsoft.com/office/drawing/2014/main" id="{2986FC02-109D-C44E-5D33-5529DB3091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98805" y="478636"/>
            <a:ext cx="3976957" cy="94098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800"/>
            </a:lvl1pPr>
          </a:lstStyle>
          <a:p>
            <a:pPr lvl="0"/>
            <a:r>
              <a:rPr lang="es-ES" dirty="0"/>
              <a:t>Agenda</a:t>
            </a:r>
          </a:p>
        </p:txBody>
      </p:sp>
      <p:sp>
        <p:nvSpPr>
          <p:cNvPr id="16" name="Marcador de texto 37">
            <a:extLst>
              <a:ext uri="{FF2B5EF4-FFF2-40B4-BE49-F238E27FC236}">
                <a16:creationId xmlns:a16="http://schemas.microsoft.com/office/drawing/2014/main" id="{D624CC1B-BCFC-EF19-D9F7-368448AC44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98805" y="1638362"/>
            <a:ext cx="3904949" cy="3026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9366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Divider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3">
            <a:extLst>
              <a:ext uri="{FF2B5EF4-FFF2-40B4-BE49-F238E27FC236}">
                <a16:creationId xmlns:a16="http://schemas.microsoft.com/office/drawing/2014/main" id="{EF4EA3B6-4058-AD5A-279B-082A14C62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84116" y="2"/>
            <a:ext cx="4662750" cy="5143498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CD870C32-79E8-DEE2-EB0F-0189C29610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1063919"/>
            <a:ext cx="3688901" cy="366807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8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A98D4458-BE69-D3A1-46A1-73823413AB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1520" y="418109"/>
            <a:ext cx="3688901" cy="6524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82121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11168348-B87C-6324-0235-C70F749736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542064" cy="739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E27A3EDA-F801-98E1-15D1-80749D902A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542064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754447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4E8062-A88A-0831-A1AE-9CB5C29474D3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E55E8B7-623A-4BB8-954E-E2ED2298DEB5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F9EEA5E-BC8C-ACCE-BF1D-7F609533073F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EFE1E307-F389-0C08-3AC8-BD3B39827D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635646"/>
            <a:ext cx="4032448" cy="2880320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accent2"/>
              </a:buClr>
              <a:buSzPct val="85000"/>
              <a:buFont typeface="Wingdings" pitchFamily="2" charset="2"/>
              <a:buChar char="§"/>
              <a:defRPr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</a:p>
          <a:p>
            <a:pPr lvl="0"/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 </a:t>
            </a:r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2B05F522-A66A-CCE6-5633-0693402196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5576" y="1635646"/>
            <a:ext cx="3074414" cy="2880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2"/>
              </a:buClr>
              <a:buSzPct val="85000"/>
              <a:buFont typeface="Wingdings" pitchFamily="2" charset="2"/>
              <a:buNone/>
              <a:defRPr sz="1600" b="1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78659581-B935-B161-43EA-62F8B130E6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3" name="Marcador de texto 37">
            <a:extLst>
              <a:ext uri="{FF2B5EF4-FFF2-40B4-BE49-F238E27FC236}">
                <a16:creationId xmlns:a16="http://schemas.microsoft.com/office/drawing/2014/main" id="{7391D88D-218E-7321-FE56-37B38C9A2F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421283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5BB1A99B-40BC-BCB9-0D21-589C2B398B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552" y="1563638"/>
            <a:ext cx="8064896" cy="3168352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chemeClr val="accent2"/>
              </a:buClr>
              <a:buSzPct val="85000"/>
              <a:buFont typeface="Wingdings" pitchFamily="2" charset="2"/>
              <a:buChar char="§"/>
              <a:defRPr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</a:p>
          <a:p>
            <a:pPr lvl="0"/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Sed ut </a:t>
            </a:r>
            <a:r>
              <a:rPr lang="es-ES" dirty="0" err="1"/>
              <a:t>perspiciatis</a:t>
            </a:r>
            <a:r>
              <a:rPr lang="es-ES" dirty="0"/>
              <a:t> </a:t>
            </a:r>
            <a:r>
              <a:rPr lang="es-ES" dirty="0" err="1"/>
              <a:t>unde</a:t>
            </a:r>
            <a:r>
              <a:rPr lang="es-ES" dirty="0"/>
              <a:t> </a:t>
            </a:r>
            <a:r>
              <a:rPr lang="es-ES" dirty="0" err="1"/>
              <a:t>omnis</a:t>
            </a:r>
            <a:r>
              <a:rPr lang="es-ES" dirty="0"/>
              <a:t> iste </a:t>
            </a:r>
            <a:r>
              <a:rPr lang="es-ES" dirty="0" err="1"/>
              <a:t>natus</a:t>
            </a:r>
            <a:r>
              <a:rPr lang="es-ES" dirty="0"/>
              <a:t> error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</a:t>
            </a:r>
            <a:r>
              <a:rPr lang="es-ES" dirty="0" err="1"/>
              <a:t>accusantium</a:t>
            </a:r>
            <a:r>
              <a:rPr lang="es-ES" dirty="0"/>
              <a:t> </a:t>
            </a:r>
            <a:r>
              <a:rPr lang="es-ES" dirty="0" err="1"/>
              <a:t>doloremque</a:t>
            </a:r>
            <a:r>
              <a:rPr lang="es-ES" dirty="0"/>
              <a:t> </a:t>
            </a:r>
            <a:r>
              <a:rPr lang="es-ES" dirty="0" err="1"/>
              <a:t>laudantium</a:t>
            </a:r>
            <a:r>
              <a:rPr lang="es-ES" dirty="0"/>
              <a:t>, </a:t>
            </a:r>
            <a:r>
              <a:rPr lang="es-ES" dirty="0" err="1"/>
              <a:t>totam</a:t>
            </a:r>
            <a:r>
              <a:rPr lang="es-ES" dirty="0"/>
              <a:t> rem </a:t>
            </a:r>
            <a:r>
              <a:rPr lang="es-ES" dirty="0" err="1"/>
              <a:t>aperiam</a:t>
            </a:r>
            <a:r>
              <a:rPr lang="es-ES" dirty="0"/>
              <a:t>, </a:t>
            </a:r>
            <a:r>
              <a:rPr lang="es-ES" dirty="0" err="1"/>
              <a:t>eaque</a:t>
            </a:r>
            <a:r>
              <a:rPr lang="es-ES" dirty="0"/>
              <a:t> </a:t>
            </a:r>
            <a:r>
              <a:rPr lang="es-ES" dirty="0" err="1"/>
              <a:t>ipsa</a:t>
            </a:r>
            <a:r>
              <a:rPr lang="es-ES" dirty="0"/>
              <a:t> </a:t>
            </a:r>
            <a:r>
              <a:rPr lang="es-ES" dirty="0" err="1"/>
              <a:t>quae</a:t>
            </a:r>
            <a:r>
              <a:rPr lang="es-ES" dirty="0"/>
              <a:t> ab illo inventore veritatis et </a:t>
            </a:r>
            <a:r>
              <a:rPr lang="es-ES" dirty="0" err="1"/>
              <a:t>quasi</a:t>
            </a:r>
            <a:r>
              <a:rPr lang="es-ES" dirty="0"/>
              <a:t> </a:t>
            </a:r>
            <a:r>
              <a:rPr lang="es-ES" dirty="0" err="1"/>
              <a:t>architecto</a:t>
            </a:r>
            <a:r>
              <a:rPr lang="es-ES" dirty="0"/>
              <a:t> </a:t>
            </a:r>
            <a:r>
              <a:rPr lang="es-ES" dirty="0" err="1"/>
              <a:t>beatae</a:t>
            </a:r>
            <a:r>
              <a:rPr lang="es-ES" dirty="0"/>
              <a:t> vitae dicta sunt </a:t>
            </a:r>
            <a:r>
              <a:rPr lang="es-ES" dirty="0" err="1"/>
              <a:t>explicabo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Nemo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ipsam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quia </a:t>
            </a:r>
            <a:r>
              <a:rPr lang="es-ES" dirty="0" err="1"/>
              <a:t>voluptas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aspernatur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odit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fugit</a:t>
            </a:r>
            <a:r>
              <a:rPr lang="es-ES" dirty="0"/>
              <a:t>, sed quia </a:t>
            </a:r>
            <a:r>
              <a:rPr lang="es-ES" dirty="0" err="1"/>
              <a:t>consequuntur</a:t>
            </a:r>
            <a:r>
              <a:rPr lang="es-ES" dirty="0"/>
              <a:t> </a:t>
            </a:r>
            <a:r>
              <a:rPr lang="es-ES" dirty="0" err="1"/>
              <a:t>magni</a:t>
            </a:r>
            <a:r>
              <a:rPr lang="es-ES" dirty="0"/>
              <a:t> dolores </a:t>
            </a:r>
            <a:r>
              <a:rPr lang="es-ES" dirty="0" err="1"/>
              <a:t>eos</a:t>
            </a:r>
            <a:r>
              <a:rPr lang="es-ES" dirty="0"/>
              <a:t> qui </a:t>
            </a:r>
            <a:r>
              <a:rPr lang="es-ES" dirty="0" err="1"/>
              <a:t>ratione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</a:t>
            </a:r>
            <a:r>
              <a:rPr lang="es-ES" dirty="0" err="1"/>
              <a:t>sequi</a:t>
            </a:r>
            <a:r>
              <a:rPr lang="es-ES" dirty="0"/>
              <a:t> </a:t>
            </a:r>
            <a:r>
              <a:rPr lang="es-ES" dirty="0" err="1"/>
              <a:t>nesciunt</a:t>
            </a:r>
            <a:r>
              <a:rPr lang="es-ES" dirty="0"/>
              <a:t>. Neque porro </a:t>
            </a:r>
            <a:r>
              <a:rPr lang="es-ES" dirty="0" err="1"/>
              <a:t>quisquam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.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18787C73-4985-6A69-CFB6-03FE3F9003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F3A15878-2501-AAE6-3C99-42D314312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547610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3A7D5CB2-B6AA-BAAF-6D9B-EFD1342D0146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19F2D4F-6C3F-BA86-1960-F076BD264D6F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98D4D07-252A-72EF-3D7C-B21859164516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55D254D4-9995-B17F-08E0-6AF7140658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552" y="1635646"/>
            <a:ext cx="7848872" cy="2952328"/>
          </a:xfrm>
          <a:prstGeom prst="rect">
            <a:avLst/>
          </a:prstGeom>
        </p:spPr>
        <p:txBody>
          <a:bodyPr numCol="2" spcCol="180000"/>
          <a:lstStyle>
            <a:lvl1pPr marL="285750" indent="-285750">
              <a:buClr>
                <a:schemeClr val="accent2"/>
              </a:buClr>
              <a:buSzPct val="85000"/>
              <a:buFont typeface="Wingdings" pitchFamily="2" charset="2"/>
              <a:buChar char="§"/>
              <a:defRPr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</a:p>
          <a:p>
            <a:pPr lvl="0"/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Sed ut </a:t>
            </a:r>
            <a:r>
              <a:rPr lang="es-ES" dirty="0" err="1"/>
              <a:t>perspiciatis</a:t>
            </a:r>
            <a:r>
              <a:rPr lang="es-ES" dirty="0"/>
              <a:t> </a:t>
            </a:r>
            <a:r>
              <a:rPr lang="es-ES" dirty="0" err="1"/>
              <a:t>unde</a:t>
            </a:r>
            <a:r>
              <a:rPr lang="es-ES" dirty="0"/>
              <a:t> </a:t>
            </a:r>
            <a:r>
              <a:rPr lang="es-ES" dirty="0" err="1"/>
              <a:t>omnis</a:t>
            </a:r>
            <a:r>
              <a:rPr lang="es-ES" dirty="0"/>
              <a:t> iste </a:t>
            </a:r>
            <a:r>
              <a:rPr lang="es-ES" dirty="0" err="1"/>
              <a:t>natus</a:t>
            </a:r>
            <a:r>
              <a:rPr lang="es-ES" dirty="0"/>
              <a:t> error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</a:t>
            </a:r>
            <a:r>
              <a:rPr lang="es-ES" dirty="0" err="1"/>
              <a:t>accusantium</a:t>
            </a:r>
            <a:r>
              <a:rPr lang="es-ES" dirty="0"/>
              <a:t> </a:t>
            </a:r>
            <a:r>
              <a:rPr lang="es-ES" dirty="0" err="1"/>
              <a:t>doloremque</a:t>
            </a:r>
            <a:r>
              <a:rPr lang="es-ES" dirty="0"/>
              <a:t> </a:t>
            </a:r>
            <a:r>
              <a:rPr lang="es-ES" dirty="0" err="1"/>
              <a:t>laudantium</a:t>
            </a:r>
            <a:r>
              <a:rPr lang="es-ES" dirty="0"/>
              <a:t>, </a:t>
            </a:r>
            <a:r>
              <a:rPr lang="es-ES" dirty="0" err="1"/>
              <a:t>totam</a:t>
            </a:r>
            <a:r>
              <a:rPr lang="es-ES" dirty="0"/>
              <a:t> rem </a:t>
            </a:r>
            <a:r>
              <a:rPr lang="es-ES" dirty="0" err="1"/>
              <a:t>aperiam</a:t>
            </a:r>
            <a:r>
              <a:rPr lang="es-ES" dirty="0"/>
              <a:t>, </a:t>
            </a:r>
            <a:r>
              <a:rPr lang="es-ES" dirty="0" err="1"/>
              <a:t>eaque</a:t>
            </a:r>
            <a:r>
              <a:rPr lang="es-ES" dirty="0"/>
              <a:t> </a:t>
            </a:r>
            <a:r>
              <a:rPr lang="es-ES" dirty="0" err="1"/>
              <a:t>ipsa</a:t>
            </a:r>
            <a:r>
              <a:rPr lang="es-ES" dirty="0"/>
              <a:t> </a:t>
            </a:r>
            <a:r>
              <a:rPr lang="es-ES" dirty="0" err="1"/>
              <a:t>quae</a:t>
            </a:r>
            <a:r>
              <a:rPr lang="es-ES" dirty="0"/>
              <a:t> ab illo inventore veritatis et </a:t>
            </a:r>
            <a:r>
              <a:rPr lang="es-ES" dirty="0" err="1"/>
              <a:t>quasi</a:t>
            </a:r>
            <a:r>
              <a:rPr lang="es-ES" dirty="0"/>
              <a:t> </a:t>
            </a:r>
            <a:r>
              <a:rPr lang="es-ES" dirty="0" err="1"/>
              <a:t>architecto</a:t>
            </a:r>
            <a:r>
              <a:rPr lang="es-ES" dirty="0"/>
              <a:t> </a:t>
            </a:r>
            <a:r>
              <a:rPr lang="es-ES" dirty="0" err="1"/>
              <a:t>beatae</a:t>
            </a:r>
            <a:r>
              <a:rPr lang="es-ES" dirty="0"/>
              <a:t> vitae dicta sunt </a:t>
            </a:r>
            <a:r>
              <a:rPr lang="es-ES" dirty="0" err="1"/>
              <a:t>explicabo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Nemo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ipsam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quia </a:t>
            </a:r>
            <a:r>
              <a:rPr lang="es-ES" dirty="0" err="1"/>
              <a:t>voluptas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aspernatur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odit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fugit</a:t>
            </a:r>
            <a:r>
              <a:rPr lang="es-ES" dirty="0"/>
              <a:t>, sed quia </a:t>
            </a:r>
            <a:r>
              <a:rPr lang="es-ES" dirty="0" err="1"/>
              <a:t>consequuntur</a:t>
            </a:r>
            <a:r>
              <a:rPr lang="es-ES" dirty="0"/>
              <a:t> </a:t>
            </a:r>
            <a:r>
              <a:rPr lang="es-ES" dirty="0" err="1"/>
              <a:t>magni</a:t>
            </a:r>
            <a:r>
              <a:rPr lang="es-ES" dirty="0"/>
              <a:t> dolores </a:t>
            </a:r>
            <a:r>
              <a:rPr lang="es-ES" dirty="0" err="1"/>
              <a:t>eos</a:t>
            </a:r>
            <a:r>
              <a:rPr lang="es-ES" dirty="0"/>
              <a:t> qui </a:t>
            </a:r>
            <a:r>
              <a:rPr lang="es-ES" dirty="0" err="1"/>
              <a:t>ratione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</a:t>
            </a:r>
            <a:r>
              <a:rPr lang="es-ES" dirty="0" err="1"/>
              <a:t>sequi</a:t>
            </a:r>
            <a:r>
              <a:rPr lang="es-ES" dirty="0"/>
              <a:t> </a:t>
            </a:r>
            <a:r>
              <a:rPr lang="es-ES" dirty="0" err="1"/>
              <a:t>nesciunt</a:t>
            </a:r>
            <a:r>
              <a:rPr lang="es-ES" dirty="0"/>
              <a:t>. Neque porro </a:t>
            </a:r>
            <a:r>
              <a:rPr lang="es-ES" dirty="0" err="1"/>
              <a:t>quisquam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.</a:t>
            </a:r>
          </a:p>
        </p:txBody>
      </p:sp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768E2090-EB54-64C5-4790-E66B687D43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432F7658-AB4C-A73E-4978-5291577520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7229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D74EABA8-6071-CE0D-007E-5FB6D36C09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5058" y="1563638"/>
            <a:ext cx="4733006" cy="26389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s-ES" dirty="0"/>
              <a:t>Arial Regular 16 pt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18F9BA6-20F5-05AA-4F09-965A25B15E6E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30B5266D-D0CB-7C1A-B866-9C4E9FB0DDAB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9E1F4A7-DE42-70A1-4173-399BACF8A580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7" name="Marcador de texto 37">
            <a:extLst>
              <a:ext uri="{FF2B5EF4-FFF2-40B4-BE49-F238E27FC236}">
                <a16:creationId xmlns:a16="http://schemas.microsoft.com/office/drawing/2014/main" id="{CC319CC1-3B83-EE82-3C6A-169E2A7064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542064" cy="739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8" name="Marcador de texto 37">
            <a:extLst>
              <a:ext uri="{FF2B5EF4-FFF2-40B4-BE49-F238E27FC236}">
                <a16:creationId xmlns:a16="http://schemas.microsoft.com/office/drawing/2014/main" id="{F152B866-07E9-C334-3CBA-5A31D44C21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542064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008919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arcador de gráfico 3">
            <a:extLst>
              <a:ext uri="{FF2B5EF4-FFF2-40B4-BE49-F238E27FC236}">
                <a16:creationId xmlns:a16="http://schemas.microsoft.com/office/drawing/2014/main" id="{A953F9AA-0D70-F3B6-FBF9-ED7DE58BF04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251520" y="1625140"/>
            <a:ext cx="8424935" cy="3107198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25" name="Marcador de texto 37">
            <a:extLst>
              <a:ext uri="{FF2B5EF4-FFF2-40B4-BE49-F238E27FC236}">
                <a16:creationId xmlns:a16="http://schemas.microsoft.com/office/drawing/2014/main" id="{8DD1F65C-7854-C045-2ACE-DA79ED7B43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26" name="Marcador de texto 37">
            <a:extLst>
              <a:ext uri="{FF2B5EF4-FFF2-40B4-BE49-F238E27FC236}">
                <a16:creationId xmlns:a16="http://schemas.microsoft.com/office/drawing/2014/main" id="{B2AF6632-2E50-3885-3A06-34953BB45E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044661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0295E69E-6BF1-BE36-FCB7-90FBC0E295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10704" y="1851670"/>
            <a:ext cx="2865751" cy="1224136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.</a:t>
            </a:r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3E75D1FF-C058-78B9-9AA7-04D519F80A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704" y="3279026"/>
            <a:ext cx="2865751" cy="1224136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. 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12" name="Marcador de posición de imagen 3">
            <a:extLst>
              <a:ext uri="{FF2B5EF4-FFF2-40B4-BE49-F238E27FC236}">
                <a16:creationId xmlns:a16="http://schemas.microsoft.com/office/drawing/2014/main" id="{C8313D11-5A69-2C8A-A422-8969C24BDE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51520" y="1526422"/>
            <a:ext cx="4323925" cy="3569956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CDF8E181-08DF-443F-8D30-648BD97A0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F3E4457A-F6A4-4870-466A-0E3C9166B9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993529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509F4955-A1F0-E8C3-51CD-64B5A3F1A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56288" y="0"/>
            <a:ext cx="3287712" cy="4844172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7810212A-1AAA-54E7-BA12-2D06CF6D68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6169" y="1707654"/>
            <a:ext cx="2865751" cy="122413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.</a:t>
            </a:r>
          </a:p>
        </p:txBody>
      </p:sp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F0CE9291-FF26-61C7-BB7C-4C230750DF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6169" y="3135010"/>
            <a:ext cx="2865751" cy="122413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. 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662088D-E115-A7D3-E4F4-B2456D1FD5D4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65D0ACC-B7F6-45AD-D157-39AEBECFBA97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D9B3DC-A76A-C589-8FC2-AB21CC39B27C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" name="Marcador de texto 37">
            <a:extLst>
              <a:ext uri="{FF2B5EF4-FFF2-40B4-BE49-F238E27FC236}">
                <a16:creationId xmlns:a16="http://schemas.microsoft.com/office/drawing/2014/main" id="{D9B14B30-F6A3-3489-087A-23EF55BAA1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5040560" cy="739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5" name="Marcador de texto 37">
            <a:extLst>
              <a:ext uri="{FF2B5EF4-FFF2-40B4-BE49-F238E27FC236}">
                <a16:creationId xmlns:a16="http://schemas.microsoft.com/office/drawing/2014/main" id="{65AF16E0-C4C3-19EF-B8D8-FBEFA34D3E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5040560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0966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509F4955-A1F0-E8C3-51CD-64B5A3F1A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56288" y="0"/>
            <a:ext cx="3287712" cy="4844172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2A771223-CE85-CF50-C5F3-0DF36DAC3C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4722" y="1419622"/>
            <a:ext cx="3491294" cy="31020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110942B9-32D0-3369-75EF-BC188C7B8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24722" y="1750128"/>
            <a:ext cx="3491294" cy="6997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22D9D1AE-8D9E-3ABC-6A63-36C6F9DA52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4722" y="2565376"/>
            <a:ext cx="3491294" cy="31020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D53E27A3-79F7-FF1F-E135-0BE67DA776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4722" y="2895882"/>
            <a:ext cx="3491294" cy="6997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</a:t>
            </a:r>
          </a:p>
        </p:txBody>
      </p:sp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7B48CE83-CDE0-171E-8689-A130A9559C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722" y="3733164"/>
            <a:ext cx="3491294" cy="31020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D19D80DD-D959-1FEF-415F-3E73008C0F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4722" y="4063670"/>
            <a:ext cx="3491294" cy="6997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3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49837B14-EF1D-150D-F351-C76A8A842AC6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2AA0F569-7455-EF90-7A15-95F7BD19CCD1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9F9A4F4-A7BC-9827-F89F-CD9E20229751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" name="Marcador de texto 37">
            <a:extLst>
              <a:ext uri="{FF2B5EF4-FFF2-40B4-BE49-F238E27FC236}">
                <a16:creationId xmlns:a16="http://schemas.microsoft.com/office/drawing/2014/main" id="{D2C71472-40D2-F2A1-5528-5A0DBE5C50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5040560" cy="739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5" name="Marcador de texto 37">
            <a:extLst>
              <a:ext uri="{FF2B5EF4-FFF2-40B4-BE49-F238E27FC236}">
                <a16:creationId xmlns:a16="http://schemas.microsoft.com/office/drawing/2014/main" id="{FBB2EA5F-388D-BD08-53B3-85DF03BD45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5040560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585046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509F4955-A1F0-E8C3-51CD-64B5A3F1A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56288" y="0"/>
            <a:ext cx="3287712" cy="4844172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662088D-E115-A7D3-E4F4-B2456D1FD5D4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F65D0ACC-B7F6-45AD-D157-39AEBECFBA97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D9B3DC-A76A-C589-8FC2-AB21CC39B27C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FF0367F7-2A69-8948-CEE5-AD583164F1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5040560" cy="739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92421DC8-995D-3B77-3EBF-013982DFF0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5040560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61586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509F4955-A1F0-E8C3-51CD-64B5A3F1A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8049" y="0"/>
            <a:ext cx="3795951" cy="4844172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3CC5BFB2-8E91-09AE-E94A-8544019431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462" y="1563638"/>
            <a:ext cx="3731256" cy="12970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. 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496288EB-2E85-34ED-E0C9-087BB1F042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591" y="2991886"/>
            <a:ext cx="3523035" cy="1633541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Clr>
                <a:schemeClr val="tx2"/>
              </a:buClr>
              <a:buFont typeface="Wingdings" pitchFamily="2" charset="2"/>
              <a:buChar char="§"/>
              <a:defRPr sz="1400" b="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</a:p>
          <a:p>
            <a:pPr marL="285750" marR="0" lvl="0" indent="-285750" algn="l" defTabSz="4114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</a:p>
          <a:p>
            <a:pPr marL="285750" marR="0" lvl="0" indent="-285750" algn="l" defTabSz="4114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</a:p>
          <a:p>
            <a:pPr lvl="0"/>
            <a:endParaRPr lang="es-E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1B7666D-027D-B96D-F046-DA7548E388FC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C179B06-7BB4-6892-1A4D-6FDB1F5ED911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DB73C0B-523A-0B41-1220-F7D0579848FB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F5F90379-09C2-632A-FBB2-08693238E2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5040560" cy="739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3" name="Marcador de texto 37">
            <a:extLst>
              <a:ext uri="{FF2B5EF4-FFF2-40B4-BE49-F238E27FC236}">
                <a16:creationId xmlns:a16="http://schemas.microsoft.com/office/drawing/2014/main" id="{55E89370-C40A-C3C9-04DE-9353BDF419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5040560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798115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509F4955-A1F0-E8C3-51CD-64B5A3F1A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8049" y="0"/>
            <a:ext cx="3795951" cy="4844172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3CC5BFB2-8E91-09AE-E94A-8544019431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462" y="1707654"/>
            <a:ext cx="3089023" cy="12970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. 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DB750E7-4D2C-1972-3B6E-5F92DF8E8037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7EB9952-5C46-E1B5-3EDC-1C4499794EA1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89733F5-4D3C-7405-378C-4A31E7EDCCAE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6C158231-790B-B7CE-F504-92F496042D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5040560" cy="739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3" name="Marcador de texto 37">
            <a:extLst>
              <a:ext uri="{FF2B5EF4-FFF2-40B4-BE49-F238E27FC236}">
                <a16:creationId xmlns:a16="http://schemas.microsoft.com/office/drawing/2014/main" id="{45BBAEDA-7D78-4C3B-3220-583E6F71B4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5040560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841883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18BAA624-C209-CE3D-EE71-107C318388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168" y="1635646"/>
            <a:ext cx="2654672" cy="28083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</a:p>
          <a:p>
            <a:pPr lvl="0"/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549ACA2-4AA4-0E44-8EA1-DDC701BAE979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7FA88F3-E28A-4689-210E-87BFF934E220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D45123D-AA60-BA2E-E861-1DB9FCFE0B4D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68A369C1-4085-CF41-EEDD-6236149171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4D24E5F6-41CB-62AB-8389-C11BB80F62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673726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18BAA624-C209-CE3D-EE71-107C318388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168" y="1707654"/>
            <a:ext cx="2654672" cy="30243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</a:p>
          <a:p>
            <a:pPr lvl="0"/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9A09D6DA-DBB0-B5F9-07A9-BF1DEFDFCA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9F9230D8-D0D8-59F0-8442-AE5DB4C062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32680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map.png">
            <a:extLst>
              <a:ext uri="{FF2B5EF4-FFF2-40B4-BE49-F238E27FC236}">
                <a16:creationId xmlns:a16="http://schemas.microsoft.com/office/drawing/2014/main" id="{376D7756-A718-41A3-D739-6CF8F992A4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2997" y="1530400"/>
            <a:ext cx="6844794" cy="3489622"/>
          </a:xfrm>
          <a:prstGeom prst="rect">
            <a:avLst/>
          </a:prstGeom>
        </p:spPr>
      </p:pic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35C905F6-DB7C-3A21-D162-50294A05ED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76887E42-9434-8EB1-7BE8-BD09E804DC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390376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7">
            <a:extLst>
              <a:ext uri="{FF2B5EF4-FFF2-40B4-BE49-F238E27FC236}">
                <a16:creationId xmlns:a16="http://schemas.microsoft.com/office/drawing/2014/main" id="{A0EE074C-1C78-FD70-47DC-603360F540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1520" y="3014713"/>
            <a:ext cx="2724513" cy="174812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A5A33918-C33E-BCE1-FFA5-17A05CA866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1923678"/>
            <a:ext cx="683073" cy="59016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145BB478-0369-6E24-6C6A-E9B535F8EB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1520" y="2559902"/>
            <a:ext cx="1665275" cy="38705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16 pt</a:t>
            </a:r>
          </a:p>
        </p:txBody>
      </p:sp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DF9B748D-FA6C-C57F-DA71-46D644D3A9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31840" y="3014713"/>
            <a:ext cx="2724513" cy="174812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C4C48D20-9DBF-359D-A5FB-7BE7AE412B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1840" y="1923678"/>
            <a:ext cx="683073" cy="59016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EA8A7EBF-43E8-1EA9-0641-4FD8D96195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1840" y="2559902"/>
            <a:ext cx="1665275" cy="38705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16 pt</a:t>
            </a:r>
          </a:p>
        </p:txBody>
      </p:sp>
      <p:sp>
        <p:nvSpPr>
          <p:cNvPr id="13" name="Marcador de texto 37">
            <a:extLst>
              <a:ext uri="{FF2B5EF4-FFF2-40B4-BE49-F238E27FC236}">
                <a16:creationId xmlns:a16="http://schemas.microsoft.com/office/drawing/2014/main" id="{F550F3A9-9DCB-F9C3-944A-FD56EFB8D6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12160" y="3014713"/>
            <a:ext cx="2724513" cy="174812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  <p:sp>
        <p:nvSpPr>
          <p:cNvPr id="14" name="Marcador de texto 37">
            <a:extLst>
              <a:ext uri="{FF2B5EF4-FFF2-40B4-BE49-F238E27FC236}">
                <a16:creationId xmlns:a16="http://schemas.microsoft.com/office/drawing/2014/main" id="{0570FBCF-B3F5-048B-48CD-63B064612A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12160" y="1923678"/>
            <a:ext cx="683073" cy="59016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15" name="Marcador de texto 37">
            <a:extLst>
              <a:ext uri="{FF2B5EF4-FFF2-40B4-BE49-F238E27FC236}">
                <a16:creationId xmlns:a16="http://schemas.microsoft.com/office/drawing/2014/main" id="{80FE8BDC-9D0F-6BC3-E63F-5CC6A97C3B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12160" y="2559902"/>
            <a:ext cx="1665275" cy="387058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16 pt</a:t>
            </a:r>
          </a:p>
        </p:txBody>
      </p:sp>
      <p:sp>
        <p:nvSpPr>
          <p:cNvPr id="16" name="Marcador de texto 37">
            <a:extLst>
              <a:ext uri="{FF2B5EF4-FFF2-40B4-BE49-F238E27FC236}">
                <a16:creationId xmlns:a16="http://schemas.microsoft.com/office/drawing/2014/main" id="{BDE8BE4A-3906-5593-C185-0B4E309350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7" name="Marcador de texto 37">
            <a:extLst>
              <a:ext uri="{FF2B5EF4-FFF2-40B4-BE49-F238E27FC236}">
                <a16:creationId xmlns:a16="http://schemas.microsoft.com/office/drawing/2014/main" id="{DE85FDB8-4911-D749-5739-51D6EDC371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386295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texto 37">
            <a:extLst>
              <a:ext uri="{FF2B5EF4-FFF2-40B4-BE49-F238E27FC236}">
                <a16:creationId xmlns:a16="http://schemas.microsoft.com/office/drawing/2014/main" id="{361260D1-F7B5-4B6D-8F2E-202FB4A59E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2406" y="1886263"/>
            <a:ext cx="683073" cy="59016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23" name="Marcador de texto 37">
            <a:extLst>
              <a:ext uri="{FF2B5EF4-FFF2-40B4-BE49-F238E27FC236}">
                <a16:creationId xmlns:a16="http://schemas.microsoft.com/office/drawing/2014/main" id="{2D32014C-1F8D-9F70-BAAA-E7F1D08B9A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36747" y="3075807"/>
            <a:ext cx="1614393" cy="62232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20 pt</a:t>
            </a:r>
          </a:p>
        </p:txBody>
      </p:sp>
      <p:sp>
        <p:nvSpPr>
          <p:cNvPr id="48" name="Marcador de texto 37">
            <a:extLst>
              <a:ext uri="{FF2B5EF4-FFF2-40B4-BE49-F238E27FC236}">
                <a16:creationId xmlns:a16="http://schemas.microsoft.com/office/drawing/2014/main" id="{767A44BF-11F1-CF39-D29C-0A9FEB633D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6747" y="3756031"/>
            <a:ext cx="1614393" cy="111997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9" name="Marcador de texto 37">
            <a:extLst>
              <a:ext uri="{FF2B5EF4-FFF2-40B4-BE49-F238E27FC236}">
                <a16:creationId xmlns:a16="http://schemas.microsoft.com/office/drawing/2014/main" id="{B43261D0-EB67-1650-D6AD-CEF43ED0E6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0609" y="1886263"/>
            <a:ext cx="683073" cy="59016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20" name="Marcador de texto 37">
            <a:extLst>
              <a:ext uri="{FF2B5EF4-FFF2-40B4-BE49-F238E27FC236}">
                <a16:creationId xmlns:a16="http://schemas.microsoft.com/office/drawing/2014/main" id="{5327DCC1-FF8E-565D-AB88-3A92F066C5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54950" y="3075807"/>
            <a:ext cx="1614393" cy="62232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20 pt</a:t>
            </a:r>
          </a:p>
        </p:txBody>
      </p:sp>
      <p:sp>
        <p:nvSpPr>
          <p:cNvPr id="22" name="Marcador de texto 37">
            <a:extLst>
              <a:ext uri="{FF2B5EF4-FFF2-40B4-BE49-F238E27FC236}">
                <a16:creationId xmlns:a16="http://schemas.microsoft.com/office/drawing/2014/main" id="{423D82DA-1CA6-911E-17EC-E9AB5D841D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54950" y="3756031"/>
            <a:ext cx="1614393" cy="111997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25" name="Marcador de texto 37">
            <a:extLst>
              <a:ext uri="{FF2B5EF4-FFF2-40B4-BE49-F238E27FC236}">
                <a16:creationId xmlns:a16="http://schemas.microsoft.com/office/drawing/2014/main" id="{774F83E9-6A6E-004B-A520-B110516875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38811" y="1886263"/>
            <a:ext cx="683073" cy="59016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26" name="Marcador de texto 37">
            <a:extLst>
              <a:ext uri="{FF2B5EF4-FFF2-40B4-BE49-F238E27FC236}">
                <a16:creationId xmlns:a16="http://schemas.microsoft.com/office/drawing/2014/main" id="{99FE3D50-94DF-B570-7EB7-181A1AC825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3152" y="3075807"/>
            <a:ext cx="1614393" cy="62232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20 pt</a:t>
            </a:r>
          </a:p>
        </p:txBody>
      </p:sp>
      <p:sp>
        <p:nvSpPr>
          <p:cNvPr id="27" name="Marcador de texto 37">
            <a:extLst>
              <a:ext uri="{FF2B5EF4-FFF2-40B4-BE49-F238E27FC236}">
                <a16:creationId xmlns:a16="http://schemas.microsoft.com/office/drawing/2014/main" id="{F303D9F9-CFD7-DFB7-A636-FACE399373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3152" y="3756031"/>
            <a:ext cx="1614393" cy="111997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E2D8F8CF-D752-C983-032C-56589FE2CB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E3CBC49C-38B7-3114-997C-0AD9B6B88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286269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.F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EF050FB1-4C47-67F9-650C-B567A330D2E9}"/>
              </a:ext>
            </a:extLst>
          </p:cNvPr>
          <p:cNvSpPr/>
          <p:nvPr userDrawn="1"/>
        </p:nvSpPr>
        <p:spPr>
          <a:xfrm>
            <a:off x="0" y="0"/>
            <a:ext cx="5293895" cy="5143500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s-ES" sz="1600" dirty="0">
              <a:solidFill>
                <a:schemeClr val="bg1"/>
              </a:solidFill>
            </a:endParaRPr>
          </a:p>
        </p:txBody>
      </p:sp>
      <p:sp>
        <p:nvSpPr>
          <p:cNvPr id="27" name="Marcador de texto 37">
            <a:extLst>
              <a:ext uri="{FF2B5EF4-FFF2-40B4-BE49-F238E27FC236}">
                <a16:creationId xmlns:a16="http://schemas.microsoft.com/office/drawing/2014/main" id="{B35B8CBE-9AFF-1894-F493-BC48046FF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306" y="494822"/>
            <a:ext cx="3840670" cy="375870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1978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.F">
    <p:bg>
      <p:bgPr>
        <a:solidFill>
          <a:schemeClr val="accent4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5229ED-8DB0-4CB5-0567-66CD9144DF27}"/>
              </a:ext>
            </a:extLst>
          </p:cNvPr>
          <p:cNvSpPr/>
          <p:nvPr userDrawn="1"/>
        </p:nvSpPr>
        <p:spPr>
          <a:xfrm>
            <a:off x="-1" y="-2"/>
            <a:ext cx="9144001" cy="2866770"/>
          </a:xfrm>
          <a:prstGeom prst="rect">
            <a:avLst/>
          </a:prstGeom>
          <a:solidFill>
            <a:srgbClr val="212529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s-ES" sz="1600" dirty="0">
              <a:solidFill>
                <a:schemeClr val="bg1"/>
              </a:solidFill>
            </a:endParaRP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C96FE378-A177-3588-F993-9402BC12AB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5535" y="411510"/>
            <a:ext cx="7056785" cy="9745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7BC0E844-4121-F01B-C27A-033889E74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536" y="1485943"/>
            <a:ext cx="8052382" cy="7257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31781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.F">
    <p:bg>
      <p:bgPr>
        <a:solidFill>
          <a:schemeClr val="accent4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5229ED-8DB0-4CB5-0567-66CD9144DF27}"/>
              </a:ext>
            </a:extLst>
          </p:cNvPr>
          <p:cNvSpPr/>
          <p:nvPr userDrawn="1"/>
        </p:nvSpPr>
        <p:spPr>
          <a:xfrm>
            <a:off x="-1" y="-2"/>
            <a:ext cx="9144001" cy="2866770"/>
          </a:xfrm>
          <a:prstGeom prst="rect">
            <a:avLst/>
          </a:prstGeom>
          <a:solidFill>
            <a:schemeClr val="tx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s-ES" sz="1600" dirty="0">
              <a:solidFill>
                <a:schemeClr val="bg1"/>
              </a:solidFill>
            </a:endParaRP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C96FE378-A177-3588-F993-9402BC12AB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5535" y="411510"/>
            <a:ext cx="7056785" cy="9745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7BC0E844-4121-F01B-C27A-033889E74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536" y="1485943"/>
            <a:ext cx="8052382" cy="7257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5128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.F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368B7FB1-36A9-A451-9900-F7E012D7AE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5536" y="483518"/>
            <a:ext cx="3096344" cy="19130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85BD35C1-CE08-F039-4FAF-7D5CEBC8E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536" y="2490738"/>
            <a:ext cx="3129339" cy="21692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86005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.F">
    <p:bg>
      <p:bgPr>
        <a:solidFill>
          <a:schemeClr val="accent4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368B7FB1-36A9-A451-9900-F7E012D7AE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5536" y="483518"/>
            <a:ext cx="3096344" cy="19130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85BD35C1-CE08-F039-4FAF-7D5CEBC8E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536" y="2490738"/>
            <a:ext cx="3129339" cy="21692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581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.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FFAE31D-78DF-0A54-E69F-F56DCE450BF3}"/>
              </a:ext>
            </a:extLst>
          </p:cNvPr>
          <p:cNvSpPr/>
          <p:nvPr userDrawn="1"/>
        </p:nvSpPr>
        <p:spPr>
          <a:xfrm>
            <a:off x="0" y="4853355"/>
            <a:ext cx="9144000" cy="290146"/>
          </a:xfrm>
          <a:prstGeom prst="rect">
            <a:avLst/>
          </a:prstGeom>
          <a:solidFill>
            <a:schemeClr val="bg1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s-ES_tradnl" sz="1600" dirty="0">
              <a:solidFill>
                <a:schemeClr val="bg1"/>
              </a:solidFill>
            </a:endParaRP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18BAA624-C209-CE3D-EE71-107C318388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1635645"/>
            <a:ext cx="2592288" cy="30243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</a:p>
          <a:p>
            <a:pPr lvl="0"/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549ACA2-4AA4-0E44-8EA1-DDC701BAE979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7FA88F3-E28A-4689-210E-87BFF934E220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D45123D-AA60-BA2E-E861-1DB9FCFE0B4D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82C7386C-2E43-5DF3-3042-D03140ACFF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63D83ADF-EDD8-4F0D-831C-62C29E23E5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956593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DD28EF-1733-BEB0-171E-C5BF1FAFF826}"/>
              </a:ext>
            </a:extLst>
          </p:cNvPr>
          <p:cNvSpPr/>
          <p:nvPr userDrawn="1"/>
        </p:nvSpPr>
        <p:spPr>
          <a:xfrm>
            <a:off x="0" y="3616755"/>
            <a:ext cx="9141182" cy="1227417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1800" dirty="0">
              <a:solidFill>
                <a:schemeClr val="tx2"/>
              </a:solidFill>
            </a:endParaRPr>
          </a:p>
        </p:txBody>
      </p:sp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30A6078D-C74B-FCF2-6006-ABBADFEF93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1520" y="1491630"/>
            <a:ext cx="8578242" cy="73978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br>
              <a:rPr lang="es-ES" dirty="0"/>
            </a:b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00EBD1CB-8DF6-C078-E994-7769E2B070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1600" y="3927613"/>
            <a:ext cx="7200800" cy="73978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. 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B9A2212-EBF4-E9A5-B75F-5ADDF37B9110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3BC6E50-013F-7C87-F0B6-D5CF10E42AE4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B670775-1652-A8F8-0D59-AA4754937C98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98CE7E37-4BD1-61DA-E5B1-B0B84F2307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C8247790-4173-E442-FEE6-917DF2D908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606227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0">
            <a:extLst>
              <a:ext uri="{FF2B5EF4-FFF2-40B4-BE49-F238E27FC236}">
                <a16:creationId xmlns:a16="http://schemas.microsoft.com/office/drawing/2014/main" id="{F69920EF-C9FD-D34F-6355-040B91BED2F0}"/>
              </a:ext>
            </a:extLst>
          </p:cNvPr>
          <p:cNvGrpSpPr/>
          <p:nvPr userDrawn="1"/>
        </p:nvGrpSpPr>
        <p:grpSpPr>
          <a:xfrm>
            <a:off x="1187624" y="1906359"/>
            <a:ext cx="2716520" cy="2639596"/>
            <a:chOff x="6361113" y="1190625"/>
            <a:chExt cx="4470400" cy="4476750"/>
          </a:xfrm>
        </p:grpSpPr>
        <p:sp>
          <p:nvSpPr>
            <p:cNvPr id="3" name="Freeform 72">
              <a:extLst>
                <a:ext uri="{FF2B5EF4-FFF2-40B4-BE49-F238E27FC236}">
                  <a16:creationId xmlns:a16="http://schemas.microsoft.com/office/drawing/2014/main" id="{64D8F80B-4F72-103C-2E50-5CC3590C9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1190625"/>
              <a:ext cx="4470400" cy="4476750"/>
            </a:xfrm>
            <a:custGeom>
              <a:avLst/>
              <a:gdLst>
                <a:gd name="T0" fmla="*/ 397 w 397"/>
                <a:gd name="T1" fmla="*/ 199 h 397"/>
                <a:gd name="T2" fmla="*/ 199 w 397"/>
                <a:gd name="T3" fmla="*/ 397 h 397"/>
                <a:gd name="T4" fmla="*/ 0 w 397"/>
                <a:gd name="T5" fmla="*/ 199 h 397"/>
                <a:gd name="T6" fmla="*/ 200 w 397"/>
                <a:gd name="T7" fmla="*/ 0 h 397"/>
                <a:gd name="T8" fmla="*/ 397 w 397"/>
                <a:gd name="T9" fmla="*/ 19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397">
                  <a:moveTo>
                    <a:pt x="397" y="199"/>
                  </a:moveTo>
                  <a:cubicBezTo>
                    <a:pt x="397" y="308"/>
                    <a:pt x="308" y="397"/>
                    <a:pt x="199" y="397"/>
                  </a:cubicBezTo>
                  <a:cubicBezTo>
                    <a:pt x="89" y="397"/>
                    <a:pt x="0" y="308"/>
                    <a:pt x="0" y="199"/>
                  </a:cubicBezTo>
                  <a:cubicBezTo>
                    <a:pt x="0" y="89"/>
                    <a:pt x="90" y="0"/>
                    <a:pt x="200" y="0"/>
                  </a:cubicBezTo>
                  <a:cubicBezTo>
                    <a:pt x="309" y="0"/>
                    <a:pt x="397" y="89"/>
                    <a:pt x="397" y="199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6524A292-9FC9-1A42-D01A-029E0E5C93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4326" y="3389313"/>
              <a:ext cx="1949450" cy="293688"/>
            </a:xfrm>
            <a:prstGeom prst="line">
              <a:avLst/>
            </a:prstGeom>
            <a:noFill/>
            <a:ln w="11113" cap="flat">
              <a:solidFill>
                <a:srgbClr val="2D008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A324BA8B-C894-4601-3B74-1C8DDA27A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13776" y="3389313"/>
              <a:ext cx="1430338" cy="395288"/>
            </a:xfrm>
            <a:prstGeom prst="line">
              <a:avLst/>
            </a:prstGeom>
            <a:noFill/>
            <a:ln w="11113" cap="flat">
              <a:solidFill>
                <a:srgbClr val="2D008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9" name="Freeform 75">
              <a:extLst>
                <a:ext uri="{FF2B5EF4-FFF2-40B4-BE49-F238E27FC236}">
                  <a16:creationId xmlns:a16="http://schemas.microsoft.com/office/drawing/2014/main" id="{4DA12C98-7419-FD0E-4175-C6BEBB02C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4326" y="1190625"/>
              <a:ext cx="1949450" cy="2492375"/>
            </a:xfrm>
            <a:custGeom>
              <a:avLst/>
              <a:gdLst>
                <a:gd name="T0" fmla="*/ 0 w 173"/>
                <a:gd name="T1" fmla="*/ 221 h 221"/>
                <a:gd name="T2" fmla="*/ 173 w 173"/>
                <a:gd name="T3" fmla="*/ 0 h 221"/>
                <a:gd name="T4" fmla="*/ 173 w 173"/>
                <a:gd name="T5" fmla="*/ 195 h 221"/>
                <a:gd name="T6" fmla="*/ 0 w 173"/>
                <a:gd name="T7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221">
                  <a:moveTo>
                    <a:pt x="0" y="221"/>
                  </a:moveTo>
                  <a:cubicBezTo>
                    <a:pt x="0" y="111"/>
                    <a:pt x="82" y="0"/>
                    <a:pt x="173" y="0"/>
                  </a:cubicBezTo>
                  <a:cubicBezTo>
                    <a:pt x="173" y="195"/>
                    <a:pt x="173" y="195"/>
                    <a:pt x="173" y="195"/>
                  </a:cubicBezTo>
                  <a:lnTo>
                    <a:pt x="0" y="22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0" name="Freeform 77">
              <a:extLst>
                <a:ext uri="{FF2B5EF4-FFF2-40B4-BE49-F238E27FC236}">
                  <a16:creationId xmlns:a16="http://schemas.microsoft.com/office/drawing/2014/main" id="{1B25894E-EAA1-FB9F-F1EE-273C67F5A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735" y="1709931"/>
              <a:ext cx="1498600" cy="1939924"/>
            </a:xfrm>
            <a:custGeom>
              <a:avLst/>
              <a:gdLst>
                <a:gd name="T0" fmla="*/ 0 w 133"/>
                <a:gd name="T1" fmla="*/ 172 h 172"/>
                <a:gd name="T2" fmla="*/ 133 w 133"/>
                <a:gd name="T3" fmla="*/ 0 h 172"/>
                <a:gd name="T4" fmla="*/ 133 w 133"/>
                <a:gd name="T5" fmla="*/ 152 h 172"/>
                <a:gd name="T6" fmla="*/ 0 w 133"/>
                <a:gd name="T7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172">
                  <a:moveTo>
                    <a:pt x="0" y="172"/>
                  </a:moveTo>
                  <a:cubicBezTo>
                    <a:pt x="0" y="87"/>
                    <a:pt x="63" y="0"/>
                    <a:pt x="133" y="0"/>
                  </a:cubicBezTo>
                  <a:cubicBezTo>
                    <a:pt x="133" y="152"/>
                    <a:pt x="133" y="152"/>
                    <a:pt x="133" y="152"/>
                  </a:cubicBezTo>
                  <a:lnTo>
                    <a:pt x="0" y="1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1" name="Freeform 78">
              <a:extLst>
                <a:ext uri="{FF2B5EF4-FFF2-40B4-BE49-F238E27FC236}">
                  <a16:creationId xmlns:a16="http://schemas.microsoft.com/office/drawing/2014/main" id="{5964C88C-385A-887B-F1F8-656EE7F9C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6026" y="2171700"/>
              <a:ext cx="1047750" cy="1376363"/>
            </a:xfrm>
            <a:custGeom>
              <a:avLst/>
              <a:gdLst>
                <a:gd name="T0" fmla="*/ 0 w 93"/>
                <a:gd name="T1" fmla="*/ 122 h 122"/>
                <a:gd name="T2" fmla="*/ 93 w 93"/>
                <a:gd name="T3" fmla="*/ 0 h 122"/>
                <a:gd name="T4" fmla="*/ 93 w 93"/>
                <a:gd name="T5" fmla="*/ 108 h 122"/>
                <a:gd name="T6" fmla="*/ 0 w 93"/>
                <a:gd name="T7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22">
                  <a:moveTo>
                    <a:pt x="0" y="122"/>
                  </a:moveTo>
                  <a:cubicBezTo>
                    <a:pt x="0" y="61"/>
                    <a:pt x="44" y="0"/>
                    <a:pt x="93" y="0"/>
                  </a:cubicBezTo>
                  <a:cubicBezTo>
                    <a:pt x="93" y="108"/>
                    <a:pt x="93" y="108"/>
                    <a:pt x="93" y="108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2" name="Freeform 79">
              <a:extLst>
                <a:ext uri="{FF2B5EF4-FFF2-40B4-BE49-F238E27FC236}">
                  <a16:creationId xmlns:a16="http://schemas.microsoft.com/office/drawing/2014/main" id="{1817C65D-AEB2-D30B-D588-946D1B2AD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6876" y="2655888"/>
              <a:ext cx="596900" cy="823913"/>
            </a:xfrm>
            <a:custGeom>
              <a:avLst/>
              <a:gdLst>
                <a:gd name="T0" fmla="*/ 0 w 53"/>
                <a:gd name="T1" fmla="*/ 73 h 73"/>
                <a:gd name="T2" fmla="*/ 53 w 53"/>
                <a:gd name="T3" fmla="*/ 0 h 73"/>
                <a:gd name="T4" fmla="*/ 53 w 53"/>
                <a:gd name="T5" fmla="*/ 65 h 73"/>
                <a:gd name="T6" fmla="*/ 0 w 53"/>
                <a:gd name="T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73">
                  <a:moveTo>
                    <a:pt x="0" y="73"/>
                  </a:moveTo>
                  <a:cubicBezTo>
                    <a:pt x="0" y="37"/>
                    <a:pt x="25" y="0"/>
                    <a:pt x="53" y="0"/>
                  </a:cubicBezTo>
                  <a:cubicBezTo>
                    <a:pt x="53" y="65"/>
                    <a:pt x="53" y="65"/>
                    <a:pt x="53" y="65"/>
                  </a:cubicBezTo>
                  <a:lnTo>
                    <a:pt x="0" y="73"/>
                  </a:lnTo>
                  <a:close/>
                </a:path>
              </a:pathLst>
            </a:custGeom>
            <a:solidFill>
              <a:srgbClr val="50515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3" name="Freeform 80">
              <a:extLst>
                <a:ext uri="{FF2B5EF4-FFF2-40B4-BE49-F238E27FC236}">
                  <a16:creationId xmlns:a16="http://schemas.microsoft.com/office/drawing/2014/main" id="{58153F00-4DD7-1C93-4651-D1C6C9D02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4326" y="3389313"/>
              <a:ext cx="3379788" cy="496888"/>
            </a:xfrm>
            <a:custGeom>
              <a:avLst/>
              <a:gdLst>
                <a:gd name="T0" fmla="*/ 0 w 300"/>
                <a:gd name="T1" fmla="*/ 26 h 44"/>
                <a:gd name="T2" fmla="*/ 172 w 300"/>
                <a:gd name="T3" fmla="*/ 44 h 44"/>
                <a:gd name="T4" fmla="*/ 300 w 300"/>
                <a:gd name="T5" fmla="*/ 35 h 44"/>
                <a:gd name="T6" fmla="*/ 173 w 300"/>
                <a:gd name="T7" fmla="*/ 0 h 44"/>
                <a:gd name="T8" fmla="*/ 0 w 300"/>
                <a:gd name="T9" fmla="*/ 2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44">
                  <a:moveTo>
                    <a:pt x="0" y="26"/>
                  </a:moveTo>
                  <a:cubicBezTo>
                    <a:pt x="34" y="37"/>
                    <a:pt x="98" y="44"/>
                    <a:pt x="172" y="44"/>
                  </a:cubicBezTo>
                  <a:cubicBezTo>
                    <a:pt x="221" y="44"/>
                    <a:pt x="266" y="41"/>
                    <a:pt x="300" y="35"/>
                  </a:cubicBezTo>
                  <a:cubicBezTo>
                    <a:pt x="173" y="0"/>
                    <a:pt x="173" y="0"/>
                    <a:pt x="173" y="0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4" name="Freeform 81">
              <a:extLst>
                <a:ext uri="{FF2B5EF4-FFF2-40B4-BE49-F238E27FC236}">
                  <a16:creationId xmlns:a16="http://schemas.microsoft.com/office/drawing/2014/main" id="{3293C08A-DAF9-34BC-9870-47FFA4CD2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5176" y="3389313"/>
              <a:ext cx="2601913" cy="384175"/>
            </a:xfrm>
            <a:custGeom>
              <a:avLst/>
              <a:gdLst>
                <a:gd name="T0" fmla="*/ 0 w 231"/>
                <a:gd name="T1" fmla="*/ 20 h 34"/>
                <a:gd name="T2" fmla="*/ 132 w 231"/>
                <a:gd name="T3" fmla="*/ 34 h 34"/>
                <a:gd name="T4" fmla="*/ 231 w 231"/>
                <a:gd name="T5" fmla="*/ 27 h 34"/>
                <a:gd name="T6" fmla="*/ 133 w 231"/>
                <a:gd name="T7" fmla="*/ 0 h 34"/>
                <a:gd name="T8" fmla="*/ 0 w 231"/>
                <a:gd name="T9" fmla="*/ 2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34">
                  <a:moveTo>
                    <a:pt x="0" y="20"/>
                  </a:moveTo>
                  <a:cubicBezTo>
                    <a:pt x="27" y="28"/>
                    <a:pt x="76" y="34"/>
                    <a:pt x="132" y="34"/>
                  </a:cubicBezTo>
                  <a:cubicBezTo>
                    <a:pt x="170" y="34"/>
                    <a:pt x="204" y="31"/>
                    <a:pt x="231" y="27"/>
                  </a:cubicBezTo>
                  <a:cubicBezTo>
                    <a:pt x="133" y="0"/>
                    <a:pt x="133" y="0"/>
                    <a:pt x="133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5" name="Freeform 83">
              <a:extLst>
                <a:ext uri="{FF2B5EF4-FFF2-40B4-BE49-F238E27FC236}">
                  <a16:creationId xmlns:a16="http://schemas.microsoft.com/office/drawing/2014/main" id="{27A12C14-A8D7-EE52-F4DF-EAE737AF4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6026" y="3389313"/>
              <a:ext cx="1812925" cy="260350"/>
            </a:xfrm>
            <a:custGeom>
              <a:avLst/>
              <a:gdLst>
                <a:gd name="T0" fmla="*/ 161 w 161"/>
                <a:gd name="T1" fmla="*/ 19 h 23"/>
                <a:gd name="T2" fmla="*/ 92 w 161"/>
                <a:gd name="T3" fmla="*/ 23 h 23"/>
                <a:gd name="T4" fmla="*/ 0 w 161"/>
                <a:gd name="T5" fmla="*/ 14 h 23"/>
                <a:gd name="T6" fmla="*/ 93 w 161"/>
                <a:gd name="T7" fmla="*/ 0 h 23"/>
                <a:gd name="T8" fmla="*/ 161 w 161"/>
                <a:gd name="T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23">
                  <a:moveTo>
                    <a:pt x="161" y="19"/>
                  </a:moveTo>
                  <a:cubicBezTo>
                    <a:pt x="142" y="21"/>
                    <a:pt x="118" y="23"/>
                    <a:pt x="92" y="23"/>
                  </a:cubicBezTo>
                  <a:cubicBezTo>
                    <a:pt x="54" y="23"/>
                    <a:pt x="20" y="19"/>
                    <a:pt x="0" y="14"/>
                  </a:cubicBezTo>
                  <a:cubicBezTo>
                    <a:pt x="93" y="0"/>
                    <a:pt x="93" y="0"/>
                    <a:pt x="93" y="0"/>
                  </a:cubicBezTo>
                  <a:lnTo>
                    <a:pt x="161" y="19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6" name="Freeform 84">
              <a:extLst>
                <a:ext uri="{FF2B5EF4-FFF2-40B4-BE49-F238E27FC236}">
                  <a16:creationId xmlns:a16="http://schemas.microsoft.com/office/drawing/2014/main" id="{F4C02B1A-A234-32A9-F5F2-4BA65E291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6876" y="3389313"/>
              <a:ext cx="1023938" cy="146050"/>
            </a:xfrm>
            <a:custGeom>
              <a:avLst/>
              <a:gdLst>
                <a:gd name="T0" fmla="*/ 0 w 91"/>
                <a:gd name="T1" fmla="*/ 8 h 13"/>
                <a:gd name="T2" fmla="*/ 53 w 91"/>
                <a:gd name="T3" fmla="*/ 13 h 13"/>
                <a:gd name="T4" fmla="*/ 91 w 91"/>
                <a:gd name="T5" fmla="*/ 10 h 13"/>
                <a:gd name="T6" fmla="*/ 53 w 91"/>
                <a:gd name="T7" fmla="*/ 0 h 13"/>
                <a:gd name="T8" fmla="*/ 0 w 91"/>
                <a:gd name="T9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3">
                  <a:moveTo>
                    <a:pt x="0" y="8"/>
                  </a:moveTo>
                  <a:cubicBezTo>
                    <a:pt x="13" y="11"/>
                    <a:pt x="32" y="13"/>
                    <a:pt x="53" y="13"/>
                  </a:cubicBezTo>
                  <a:cubicBezTo>
                    <a:pt x="67" y="13"/>
                    <a:pt x="80" y="12"/>
                    <a:pt x="91" y="10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DDDEDD">
                <a:lumMod val="50000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7" name="Freeform 85">
              <a:extLst>
                <a:ext uri="{FF2B5EF4-FFF2-40B4-BE49-F238E27FC236}">
                  <a16:creationId xmlns:a16="http://schemas.microsoft.com/office/drawing/2014/main" id="{0D5D8286-9F9B-719E-9D1D-DCE50CBF9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3776" y="1190625"/>
              <a:ext cx="1430338" cy="2593975"/>
            </a:xfrm>
            <a:custGeom>
              <a:avLst/>
              <a:gdLst>
                <a:gd name="T0" fmla="*/ 0 w 127"/>
                <a:gd name="T1" fmla="*/ 0 h 230"/>
                <a:gd name="T2" fmla="*/ 127 w 127"/>
                <a:gd name="T3" fmla="*/ 230 h 230"/>
                <a:gd name="T4" fmla="*/ 0 w 127"/>
                <a:gd name="T5" fmla="*/ 195 h 230"/>
                <a:gd name="T6" fmla="*/ 0 w 127"/>
                <a:gd name="T7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230">
                  <a:moveTo>
                    <a:pt x="0" y="0"/>
                  </a:moveTo>
                  <a:cubicBezTo>
                    <a:pt x="67" y="0"/>
                    <a:pt x="127" y="120"/>
                    <a:pt x="127" y="230"/>
                  </a:cubicBezTo>
                  <a:cubicBezTo>
                    <a:pt x="0" y="195"/>
                    <a:pt x="0" y="195"/>
                    <a:pt x="0" y="19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8" name="Freeform 86">
              <a:extLst>
                <a:ext uri="{FF2B5EF4-FFF2-40B4-BE49-F238E27FC236}">
                  <a16:creationId xmlns:a16="http://schemas.microsoft.com/office/drawing/2014/main" id="{A799D34D-2EEB-79A5-17D3-6EAAD6F2A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3776" y="1674813"/>
              <a:ext cx="1103313" cy="2019300"/>
            </a:xfrm>
            <a:custGeom>
              <a:avLst/>
              <a:gdLst>
                <a:gd name="T0" fmla="*/ 0 w 98"/>
                <a:gd name="T1" fmla="*/ 0 h 179"/>
                <a:gd name="T2" fmla="*/ 98 w 98"/>
                <a:gd name="T3" fmla="*/ 179 h 179"/>
                <a:gd name="T4" fmla="*/ 0 w 98"/>
                <a:gd name="T5" fmla="*/ 152 h 179"/>
                <a:gd name="T6" fmla="*/ 0 w 98"/>
                <a:gd name="T7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79">
                  <a:moveTo>
                    <a:pt x="0" y="0"/>
                  </a:moveTo>
                  <a:cubicBezTo>
                    <a:pt x="52" y="0"/>
                    <a:pt x="98" y="94"/>
                    <a:pt x="98" y="179"/>
                  </a:cubicBezTo>
                  <a:cubicBezTo>
                    <a:pt x="0" y="152"/>
                    <a:pt x="0" y="152"/>
                    <a:pt x="0" y="1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9" name="Freeform 87">
              <a:extLst>
                <a:ext uri="{FF2B5EF4-FFF2-40B4-BE49-F238E27FC236}">
                  <a16:creationId xmlns:a16="http://schemas.microsoft.com/office/drawing/2014/main" id="{5F67C680-10D2-41CC-11DB-B96400A26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3775" y="2171699"/>
              <a:ext cx="765175" cy="1431926"/>
            </a:xfrm>
            <a:custGeom>
              <a:avLst/>
              <a:gdLst>
                <a:gd name="T0" fmla="*/ 0 w 68"/>
                <a:gd name="T1" fmla="*/ 0 h 127"/>
                <a:gd name="T2" fmla="*/ 68 w 68"/>
                <a:gd name="T3" fmla="*/ 127 h 127"/>
                <a:gd name="T4" fmla="*/ 0 w 68"/>
                <a:gd name="T5" fmla="*/ 108 h 127"/>
                <a:gd name="T6" fmla="*/ 0 w 68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27">
                  <a:moveTo>
                    <a:pt x="0" y="0"/>
                  </a:moveTo>
                  <a:cubicBezTo>
                    <a:pt x="36" y="0"/>
                    <a:pt x="68" y="66"/>
                    <a:pt x="68" y="127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78786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20" name="Freeform 88">
              <a:extLst>
                <a:ext uri="{FF2B5EF4-FFF2-40B4-BE49-F238E27FC236}">
                  <a16:creationId xmlns:a16="http://schemas.microsoft.com/office/drawing/2014/main" id="{54393D1D-FBC2-C4A9-57DF-0DD1DB302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3776" y="2655888"/>
              <a:ext cx="427038" cy="846138"/>
            </a:xfrm>
            <a:custGeom>
              <a:avLst/>
              <a:gdLst>
                <a:gd name="T0" fmla="*/ 0 w 38"/>
                <a:gd name="T1" fmla="*/ 0 h 75"/>
                <a:gd name="T2" fmla="*/ 38 w 38"/>
                <a:gd name="T3" fmla="*/ 75 h 75"/>
                <a:gd name="T4" fmla="*/ 0 w 38"/>
                <a:gd name="T5" fmla="*/ 65 h 75"/>
                <a:gd name="T6" fmla="*/ 0 w 38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75">
                  <a:moveTo>
                    <a:pt x="0" y="0"/>
                  </a:moveTo>
                  <a:cubicBezTo>
                    <a:pt x="21" y="0"/>
                    <a:pt x="38" y="40"/>
                    <a:pt x="38" y="75"/>
                  </a:cubicBezTo>
                  <a:cubicBezTo>
                    <a:pt x="0" y="65"/>
                    <a:pt x="0" y="65"/>
                    <a:pt x="0" y="6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05150">
                <a:lumMod val="75000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46BD3290-7795-51CC-4B09-9E919F52BB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21" name="Marcador de texto 37">
            <a:extLst>
              <a:ext uri="{FF2B5EF4-FFF2-40B4-BE49-F238E27FC236}">
                <a16:creationId xmlns:a16="http://schemas.microsoft.com/office/drawing/2014/main" id="{8375BA07-528A-8247-ACDD-68DB71D462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47241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1111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1111">
                                          <p:cBhvr additive="base">
                                            <p:cTn id="7" dur="9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1111">
                                          <p:cBhvr additive="base">
                                            <p:cTn id="8" dur="9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9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9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3">
            <a:extLst>
              <a:ext uri="{FF2B5EF4-FFF2-40B4-BE49-F238E27FC236}">
                <a16:creationId xmlns:a16="http://schemas.microsoft.com/office/drawing/2014/main" id="{E33D1E24-8938-A174-E9F6-0F95EEA666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5420" y="1563638"/>
            <a:ext cx="1255712" cy="1255712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17" name="Marcador de texto 37">
            <a:extLst>
              <a:ext uri="{FF2B5EF4-FFF2-40B4-BE49-F238E27FC236}">
                <a16:creationId xmlns:a16="http://schemas.microsoft.com/office/drawing/2014/main" id="{38E6D711-D7E8-27CA-6D16-AED9214D30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420" y="3290763"/>
            <a:ext cx="1910316" cy="1453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19" name="Marcador de texto 37">
            <a:extLst>
              <a:ext uri="{FF2B5EF4-FFF2-40B4-BE49-F238E27FC236}">
                <a16:creationId xmlns:a16="http://schemas.microsoft.com/office/drawing/2014/main" id="{0369555A-DA0D-A44A-0DC3-AFC39AEBD8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420" y="2913886"/>
            <a:ext cx="2126340" cy="3048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4" name="Marcador de posición de imagen 13">
            <a:extLst>
              <a:ext uri="{FF2B5EF4-FFF2-40B4-BE49-F238E27FC236}">
                <a16:creationId xmlns:a16="http://schemas.microsoft.com/office/drawing/2014/main" id="{D03D1941-523B-591D-3A8E-FCA1EC23CE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40132" y="1563638"/>
            <a:ext cx="1255712" cy="1255712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25" name="Marcador de texto 37">
            <a:extLst>
              <a:ext uri="{FF2B5EF4-FFF2-40B4-BE49-F238E27FC236}">
                <a16:creationId xmlns:a16="http://schemas.microsoft.com/office/drawing/2014/main" id="{B7E4BE35-02A7-BDCE-D938-1248D6A681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0132" y="3290763"/>
            <a:ext cx="1910316" cy="1453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26" name="Marcador de texto 37">
            <a:extLst>
              <a:ext uri="{FF2B5EF4-FFF2-40B4-BE49-F238E27FC236}">
                <a16:creationId xmlns:a16="http://schemas.microsoft.com/office/drawing/2014/main" id="{183E535D-90B0-3FB9-6374-EE1CA9A5DB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40132" y="2913886"/>
            <a:ext cx="2126340" cy="3048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0" name="Marcador de posición de imagen 13">
            <a:extLst>
              <a:ext uri="{FF2B5EF4-FFF2-40B4-BE49-F238E27FC236}">
                <a16:creationId xmlns:a16="http://schemas.microsoft.com/office/drawing/2014/main" id="{2912B7BC-169B-FAD9-C6A4-DE76F6FB66D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994845" y="1563638"/>
            <a:ext cx="1255712" cy="1255712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31" name="Marcador de texto 37">
            <a:extLst>
              <a:ext uri="{FF2B5EF4-FFF2-40B4-BE49-F238E27FC236}">
                <a16:creationId xmlns:a16="http://schemas.microsoft.com/office/drawing/2014/main" id="{ED6FFE94-3584-F945-FC01-22F875DFE8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4845" y="3290763"/>
            <a:ext cx="1910316" cy="1453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32" name="Marcador de texto 37">
            <a:extLst>
              <a:ext uri="{FF2B5EF4-FFF2-40B4-BE49-F238E27FC236}">
                <a16:creationId xmlns:a16="http://schemas.microsoft.com/office/drawing/2014/main" id="{B6EAFE11-E231-A078-F940-6839F2BD6B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4845" y="2913886"/>
            <a:ext cx="2126340" cy="3048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3" name="Rectangle 5">
            <a:extLst>
              <a:ext uri="{FF2B5EF4-FFF2-40B4-BE49-F238E27FC236}">
                <a16:creationId xmlns:a16="http://schemas.microsoft.com/office/drawing/2014/main" id="{30AE176D-5539-2619-4084-718DE9717BE4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4FF43C9B-1E4C-975B-B67F-D26DAEA07EF3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IESE Business School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636BB93-0ADF-8D80-3D0E-E08B8B85D0CE}"/>
              </a:ext>
            </a:extLst>
          </p:cNvPr>
          <p:cNvSpPr txBox="1"/>
          <p:nvPr userDrawn="1"/>
        </p:nvSpPr>
        <p:spPr>
          <a:xfrm>
            <a:off x="8829762" y="4936128"/>
            <a:ext cx="314238" cy="11541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A4EEDD72-1D6A-6B46-BCFA-C211F73E9379}" type="slidenum">
              <a:rPr lang="es-ES" sz="750" b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s-ES" sz="750" b="0" dirty="0">
              <a:solidFill>
                <a:srgbClr val="FFFFFF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6" name="Marcador de texto 37">
            <a:extLst>
              <a:ext uri="{FF2B5EF4-FFF2-40B4-BE49-F238E27FC236}">
                <a16:creationId xmlns:a16="http://schemas.microsoft.com/office/drawing/2014/main" id="{B2C48119-530F-2028-BE44-D328A8754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37" name="Marcador de texto 37">
            <a:extLst>
              <a:ext uri="{FF2B5EF4-FFF2-40B4-BE49-F238E27FC236}">
                <a16:creationId xmlns:a16="http://schemas.microsoft.com/office/drawing/2014/main" id="{7C426343-4C8E-9DE4-A68D-A29F24856A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339815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3">
            <a:extLst>
              <a:ext uri="{FF2B5EF4-FFF2-40B4-BE49-F238E27FC236}">
                <a16:creationId xmlns:a16="http://schemas.microsoft.com/office/drawing/2014/main" id="{E33D1E24-8938-A174-E9F6-0F95EEA666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5420" y="1636713"/>
            <a:ext cx="1171027" cy="1171027"/>
          </a:xfrm>
          <a:prstGeom prst="rect">
            <a:avLst/>
          </a:prstGeom>
        </p:spPr>
        <p:txBody>
          <a:bodyPr/>
          <a:lstStyle/>
          <a:p>
            <a:endParaRPr lang="es-ES_tradnl" dirty="0"/>
          </a:p>
        </p:txBody>
      </p:sp>
      <p:sp>
        <p:nvSpPr>
          <p:cNvPr id="17" name="Marcador de texto 37">
            <a:extLst>
              <a:ext uri="{FF2B5EF4-FFF2-40B4-BE49-F238E27FC236}">
                <a16:creationId xmlns:a16="http://schemas.microsoft.com/office/drawing/2014/main" id="{38E6D711-D7E8-27CA-6D16-AED9214D30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420" y="3291830"/>
            <a:ext cx="1910316" cy="1453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19" name="Marcador de texto 37">
            <a:extLst>
              <a:ext uri="{FF2B5EF4-FFF2-40B4-BE49-F238E27FC236}">
                <a16:creationId xmlns:a16="http://schemas.microsoft.com/office/drawing/2014/main" id="{0369555A-DA0D-A44A-0DC3-AFC39AEBD8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420" y="2914953"/>
            <a:ext cx="2126340" cy="3048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4" name="Marcador de posición de imagen 13">
            <a:extLst>
              <a:ext uri="{FF2B5EF4-FFF2-40B4-BE49-F238E27FC236}">
                <a16:creationId xmlns:a16="http://schemas.microsoft.com/office/drawing/2014/main" id="{D03D1941-523B-591D-3A8E-FCA1EC23CE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82365" y="1636713"/>
            <a:ext cx="1171027" cy="1171027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25" name="Marcador de texto 37">
            <a:extLst>
              <a:ext uri="{FF2B5EF4-FFF2-40B4-BE49-F238E27FC236}">
                <a16:creationId xmlns:a16="http://schemas.microsoft.com/office/drawing/2014/main" id="{B7E4BE35-02A7-BDCE-D938-1248D6A681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82365" y="3291830"/>
            <a:ext cx="1910316" cy="1453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26" name="Marcador de texto 37">
            <a:extLst>
              <a:ext uri="{FF2B5EF4-FFF2-40B4-BE49-F238E27FC236}">
                <a16:creationId xmlns:a16="http://schemas.microsoft.com/office/drawing/2014/main" id="{183E535D-90B0-3FB9-6374-EE1CA9A5DB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82365" y="2914953"/>
            <a:ext cx="2126340" cy="3048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0" name="Marcador de posición de imagen 13">
            <a:extLst>
              <a:ext uri="{FF2B5EF4-FFF2-40B4-BE49-F238E27FC236}">
                <a16:creationId xmlns:a16="http://schemas.microsoft.com/office/drawing/2014/main" id="{2912B7BC-169B-FAD9-C6A4-DE76F6FB66D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79310" y="1636713"/>
            <a:ext cx="1171027" cy="1171027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31" name="Marcador de texto 37">
            <a:extLst>
              <a:ext uri="{FF2B5EF4-FFF2-40B4-BE49-F238E27FC236}">
                <a16:creationId xmlns:a16="http://schemas.microsoft.com/office/drawing/2014/main" id="{ED6FFE94-3584-F945-FC01-22F875DFE8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79310" y="3291830"/>
            <a:ext cx="1910316" cy="1453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32" name="Marcador de texto 37">
            <a:extLst>
              <a:ext uri="{FF2B5EF4-FFF2-40B4-BE49-F238E27FC236}">
                <a16:creationId xmlns:a16="http://schemas.microsoft.com/office/drawing/2014/main" id="{B6EAFE11-E231-A078-F940-6839F2BD6B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79310" y="2914953"/>
            <a:ext cx="2126340" cy="3048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" name="Marcador de posición de imagen 13">
            <a:extLst>
              <a:ext uri="{FF2B5EF4-FFF2-40B4-BE49-F238E27FC236}">
                <a16:creationId xmlns:a16="http://schemas.microsoft.com/office/drawing/2014/main" id="{027AFE1A-0403-690A-9A87-665C0D7F08C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76256" y="1636713"/>
            <a:ext cx="1171027" cy="1171027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8F4CE519-4700-FCE5-1AF0-A14F093B7F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6256" y="3291830"/>
            <a:ext cx="1910316" cy="14534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5E53D552-7E40-8C1F-1105-A8978DACAB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6256" y="2914953"/>
            <a:ext cx="2126340" cy="3048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CFEAA599-D52D-F175-E3B5-E19652C330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A0E13728-8255-88C2-1DCE-13196B5A02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04876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439324"/>
            <a:ext cx="365760" cy="34163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4114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162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175028" y="2567336"/>
            <a:ext cx="8820000" cy="34163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4114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162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01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.F">
    <p:bg>
      <p:bgPr>
        <a:solidFill>
          <a:schemeClr val="accent4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4752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97477"/>
            <a:ext cx="1828800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7000" y="1597477"/>
            <a:ext cx="1828800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8200" y="1597477"/>
            <a:ext cx="1828800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9400" y="1597477"/>
            <a:ext cx="1828800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2807205"/>
            <a:ext cx="1831086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2666238" y="2807205"/>
            <a:ext cx="1831086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4646676" y="2807205"/>
            <a:ext cx="1831086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627114" y="2807205"/>
            <a:ext cx="1831086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85800" y="3502582"/>
            <a:ext cx="1831086" cy="128516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945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2666238" y="3502582"/>
            <a:ext cx="1831086" cy="1285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4646676" y="3502582"/>
            <a:ext cx="1831086" cy="1285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6627114" y="3502582"/>
            <a:ext cx="1831086" cy="1285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5A0162F1-86B5-D1F0-A9B7-FD654A5A7E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8F419F4B-2244-8BC4-557A-228E17690FE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6765551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69627"/>
            <a:ext cx="2496312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569627"/>
            <a:ext cx="2496312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85800" y="2779355"/>
            <a:ext cx="2496312" cy="566950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3323844" y="2779355"/>
            <a:ext cx="2496312" cy="566950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85800" y="3474732"/>
            <a:ext cx="2496312" cy="131301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40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3319648" y="3474732"/>
            <a:ext cx="2496312" cy="131301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40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EB32E0AE-5B88-9AE0-A0E0-71DDCDE8B46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62112" y="1569627"/>
            <a:ext cx="2496312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FABAFB-48B9-B4A0-DEFF-47DD69391FC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62112" y="2779355"/>
            <a:ext cx="2496312" cy="566950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1156E74-95A2-4319-0439-E009C1DD00A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957916" y="3474732"/>
            <a:ext cx="2496312" cy="131301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40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Marcador de texto 37">
            <a:extLst>
              <a:ext uri="{FF2B5EF4-FFF2-40B4-BE49-F238E27FC236}">
                <a16:creationId xmlns:a16="http://schemas.microsoft.com/office/drawing/2014/main" id="{106F3F16-5680-939A-47C9-53690F09E2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7" name="Marcador de texto 37">
            <a:extLst>
              <a:ext uri="{FF2B5EF4-FFF2-40B4-BE49-F238E27FC236}">
                <a16:creationId xmlns:a16="http://schemas.microsoft.com/office/drawing/2014/main" id="{AA5D97D3-56FB-537C-95C6-D9E3C1CBEA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4385605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69627"/>
            <a:ext cx="2496312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569627"/>
            <a:ext cx="2496312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85800" y="2779355"/>
            <a:ext cx="2496312" cy="566950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3323844" y="2779355"/>
            <a:ext cx="2496312" cy="566950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85800" y="3474732"/>
            <a:ext cx="2496312" cy="131301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40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3319648" y="3474732"/>
            <a:ext cx="2496312" cy="131301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40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E5220A7-C208-5D04-AD37-EDF0AE78096F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5990613" y="1567751"/>
            <a:ext cx="2496312" cy="3218124"/>
          </a:xfrm>
          <a:prstGeom prst="rect">
            <a:avLst/>
          </a:prstGeom>
        </p:spPr>
        <p:txBody>
          <a:bodyPr/>
          <a:lstStyle/>
          <a:p>
            <a:pPr lvl="1"/>
            <a:endParaRPr lang="es-ES_tradnl" dirty="0"/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0370EAFF-E1EB-77E5-32FC-3232619DB8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4" name="Marcador de texto 37">
            <a:extLst>
              <a:ext uri="{FF2B5EF4-FFF2-40B4-BE49-F238E27FC236}">
                <a16:creationId xmlns:a16="http://schemas.microsoft.com/office/drawing/2014/main" id="{9D3FE65A-F1F7-61E1-43F1-B22C2CF4C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9095010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63063"/>
            <a:ext cx="3814192" cy="17608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563063"/>
            <a:ext cx="3814192" cy="17608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85800" y="2756915"/>
            <a:ext cx="3813048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4645152" y="2756915"/>
            <a:ext cx="3813048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85800" y="3452292"/>
            <a:ext cx="3813048" cy="127730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18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645152" y="3452292"/>
            <a:ext cx="3813048" cy="127730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18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66015ACA-3128-AAEE-7EBB-6F13A69584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3" name="Marcador de texto 37">
            <a:extLst>
              <a:ext uri="{FF2B5EF4-FFF2-40B4-BE49-F238E27FC236}">
                <a16:creationId xmlns:a16="http://schemas.microsoft.com/office/drawing/2014/main" id="{AC6B2333-A9E5-DD68-8BF4-5057A6D4D4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1381094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6560" y="1377032"/>
            <a:ext cx="5186024" cy="33558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940103" y="1377032"/>
            <a:ext cx="2463479" cy="1389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5940840" y="2199670"/>
            <a:ext cx="2462740" cy="566950"/>
          </a:xfrm>
          <a:prstGeom prst="rect">
            <a:avLst/>
          </a:prstGeom>
          <a:solidFill>
            <a:srgbClr val="FF0000"/>
          </a:solidFill>
        </p:spPr>
        <p:txBody>
          <a:bodyPr wrap="square"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5940840" y="2879269"/>
            <a:ext cx="2462740" cy="18865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18"/>
            </a:lvl1pPr>
            <a:lvl2pPr marL="115729" indent="-115729">
              <a:buClr>
                <a:schemeClr val="accent4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4"/>
              </a:buClr>
              <a:defRPr sz="945"/>
            </a:lvl3pPr>
            <a:lvl4pPr marL="347187" indent="-115729">
              <a:buClr>
                <a:schemeClr val="accent4"/>
              </a:buClr>
              <a:defRPr sz="945"/>
            </a:lvl4pPr>
            <a:lvl5pPr marL="1645920" indent="0">
              <a:buClr>
                <a:schemeClr val="accent4"/>
              </a:buClr>
              <a:buNone/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48E19397-7B89-37AC-AF74-9FC17EDECF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03BA4FB1-0FEB-0970-D16D-8B5F2652E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0368912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723362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5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228439" y="1723361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12783" y="1723362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3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409680" y="1723361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4794025" y="1723362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5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5590924" y="1723361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975267" y="1723362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7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7772166" y="1723361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285868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228439" y="2858680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612783" y="285868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1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3409680" y="2858680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4794025" y="285868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3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5590924" y="2858680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4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6975267" y="285868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5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7772166" y="2858680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6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431540" y="3993998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7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228439" y="3993997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2612783" y="3993998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9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3409680" y="3993997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4794025" y="3993998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71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5590924" y="3993997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2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6975267" y="3993998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73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7772166" y="3993997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4B58AB68-2F5A-FDFA-49EB-3BEC88F08B9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B26808E7-E9F0-DA12-8C15-49AECBDF2F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664046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707655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228437" y="1707654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270244" y="1707655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5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069975" y="1707654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08947" y="1707654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911512" y="1707654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2842974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3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228437" y="2842973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270244" y="2842974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7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069975" y="2842973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108947" y="2842973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0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6911512" y="2842973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431540" y="397829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228437" y="3978290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270244" y="397829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069975" y="3978290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108947" y="3978290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6911512" y="3978290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A085B833-7407-698E-3817-972E25F6D1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BC3AB2D8-74B4-C9E4-F1B4-CFEE909327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9756726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58094" y="1563638"/>
            <a:ext cx="1828800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39294" y="1563638"/>
            <a:ext cx="1828800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420494" y="1563638"/>
            <a:ext cx="1828800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401694" y="1563638"/>
            <a:ext cx="1828800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8094" y="4076689"/>
            <a:ext cx="1828800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2449158" y="4076689"/>
            <a:ext cx="1828800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4424544" y="4076689"/>
            <a:ext cx="1828800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6415608" y="4076689"/>
            <a:ext cx="1828800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22554EA0-99FC-439D-C999-D54AA1E5A4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BF5AA76E-9975-77D8-B39E-2F7CB33DE3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874086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55935"/>
            <a:ext cx="2496312" cy="23968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555935"/>
            <a:ext cx="2496312" cy="23968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9850" y="1555935"/>
            <a:ext cx="2496312" cy="23968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084859"/>
            <a:ext cx="2496312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None/>
              <a:defRPr sz="945"/>
            </a:lvl1pPr>
            <a:lvl2pPr marL="102867" indent="-102867">
              <a:buClr>
                <a:schemeClr val="accent2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2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2"/>
              </a:buClr>
              <a:defRPr sz="945"/>
            </a:lvl4pPr>
            <a:lvl5pPr marL="514337" indent="-154301"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44" y="4084859"/>
            <a:ext cx="2496312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None/>
              <a:defRPr sz="945"/>
            </a:lvl1pPr>
            <a:lvl2pPr marL="102867" indent="-102867">
              <a:buClr>
                <a:schemeClr val="accent2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2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2"/>
              </a:buClr>
              <a:defRPr sz="945"/>
            </a:lvl4pPr>
            <a:lvl5pPr marL="514337" indent="-154301"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5961888" y="4084859"/>
            <a:ext cx="2496312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None/>
              <a:defRPr sz="945"/>
            </a:lvl1pPr>
            <a:lvl2pPr marL="102867" indent="-102867">
              <a:buClr>
                <a:schemeClr val="accent2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2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2"/>
              </a:buClr>
              <a:defRPr sz="945"/>
            </a:lvl4pPr>
            <a:lvl5pPr marL="514337" indent="-154301"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CB828559-05C2-C131-2430-88738B2DF7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3" name="Marcador de texto 37">
            <a:extLst>
              <a:ext uri="{FF2B5EF4-FFF2-40B4-BE49-F238E27FC236}">
                <a16:creationId xmlns:a16="http://schemas.microsoft.com/office/drawing/2014/main" id="{33A52AD9-7079-A764-F2FA-87A243C5FD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9086966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71809"/>
            <a:ext cx="3814192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571809"/>
            <a:ext cx="3814192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084859"/>
            <a:ext cx="3814192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644009" y="4084859"/>
            <a:ext cx="3814192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941F1ED6-1F15-3F88-A8CF-AB1F448088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6A3A3C90-9B64-465A-BA2F-CF58661774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0983648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038" y="157973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6238" y="157973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7438" y="157973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8638" y="157973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67398" y="4055695"/>
            <a:ext cx="1831086" cy="8923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45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29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2647836" y="4055695"/>
            <a:ext cx="1831086" cy="89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45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628274" y="4055695"/>
            <a:ext cx="1831086" cy="89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45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6608712" y="4055695"/>
            <a:ext cx="1831086" cy="89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45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685038" y="280806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666238" y="280806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4647438" y="280806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628638" y="280806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Marcador de texto 37">
            <a:extLst>
              <a:ext uri="{FF2B5EF4-FFF2-40B4-BE49-F238E27FC236}">
                <a16:creationId xmlns:a16="http://schemas.microsoft.com/office/drawing/2014/main" id="{50E18E8A-8986-DE86-27F6-EB226FA8EB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C93CE7F1-7EC3-684D-F9AB-1C2C7B4F41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8108363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40830" y="1549396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278874" y="1549396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16918" y="1549396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5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40830" y="3949648"/>
            <a:ext cx="2496312" cy="926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40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16pt</a:t>
            </a:r>
          </a:p>
        </p:txBody>
      </p:sp>
      <p:sp>
        <p:nvSpPr>
          <p:cNvPr id="40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278874" y="3949648"/>
            <a:ext cx="2496312" cy="926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18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16pt</a:t>
            </a:r>
          </a:p>
        </p:txBody>
      </p:sp>
      <p:sp>
        <p:nvSpPr>
          <p:cNvPr id="41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916918" y="3949648"/>
            <a:ext cx="2496312" cy="926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18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16pt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640830" y="2751434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278874" y="2751434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5916918" y="2751434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Marcador de texto 37">
            <a:extLst>
              <a:ext uri="{FF2B5EF4-FFF2-40B4-BE49-F238E27FC236}">
                <a16:creationId xmlns:a16="http://schemas.microsoft.com/office/drawing/2014/main" id="{6AC697BB-41CF-543E-F04C-3619924F0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FCC72864-C577-AB30-EF1A-F1E9F99638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4849511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.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6944" y="1536970"/>
            <a:ext cx="3814192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9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5152" y="1536970"/>
            <a:ext cx="3814192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0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85800" y="3868014"/>
            <a:ext cx="3813048" cy="10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40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16pt</a:t>
            </a:r>
          </a:p>
        </p:txBody>
      </p:sp>
      <p:sp>
        <p:nvSpPr>
          <p:cNvPr id="51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645152" y="3868014"/>
            <a:ext cx="3813048" cy="10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18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16pt</a:t>
            </a:r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686944" y="2702492"/>
            <a:ext cx="3814192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645152" y="2702492"/>
            <a:ext cx="3814192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Marcador de texto 37">
            <a:extLst>
              <a:ext uri="{FF2B5EF4-FFF2-40B4-BE49-F238E27FC236}">
                <a16:creationId xmlns:a16="http://schemas.microsoft.com/office/drawing/2014/main" id="{71533749-82B9-F237-409B-D84CA334920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DEC2E390-785E-62C2-24DA-8D9C81C97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5520225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3">
            <a:extLst>
              <a:ext uri="{FF2B5EF4-FFF2-40B4-BE49-F238E27FC236}">
                <a16:creationId xmlns:a16="http://schemas.microsoft.com/office/drawing/2014/main" id="{EF4EA3B6-4058-AD5A-279B-082A14C62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2"/>
            <a:ext cx="4300486" cy="5143498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15" name="Marcador de texto 37">
            <a:extLst>
              <a:ext uri="{FF2B5EF4-FFF2-40B4-BE49-F238E27FC236}">
                <a16:creationId xmlns:a16="http://schemas.microsoft.com/office/drawing/2014/main" id="{2986FC02-109D-C44E-5D33-5529DB3091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98805" y="478636"/>
            <a:ext cx="3976957" cy="940986"/>
          </a:xfrm>
        </p:spPr>
        <p:txBody>
          <a:bodyPr>
            <a:normAutofit/>
          </a:bodyPr>
          <a:lstStyle>
            <a:lvl1pPr>
              <a:defRPr sz="3800"/>
            </a:lvl1pPr>
          </a:lstStyle>
          <a:p>
            <a:pPr lvl="0"/>
            <a:r>
              <a:rPr lang="es-ES" dirty="0"/>
              <a:t>Agenda</a:t>
            </a:r>
          </a:p>
        </p:txBody>
      </p:sp>
      <p:sp>
        <p:nvSpPr>
          <p:cNvPr id="16" name="Marcador de texto 37">
            <a:extLst>
              <a:ext uri="{FF2B5EF4-FFF2-40B4-BE49-F238E27FC236}">
                <a16:creationId xmlns:a16="http://schemas.microsoft.com/office/drawing/2014/main" id="{D624CC1B-BCFC-EF19-D9F7-368448AC44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98805" y="1638362"/>
            <a:ext cx="3904949" cy="3026501"/>
          </a:xfr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buClr>
                <a:schemeClr val="tx2"/>
              </a:buClr>
              <a:buFont typeface="+mj-lt"/>
              <a:buAutoNum type="arabicPeriod"/>
              <a:defRPr sz="20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4342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Divider 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3">
            <a:extLst>
              <a:ext uri="{FF2B5EF4-FFF2-40B4-BE49-F238E27FC236}">
                <a16:creationId xmlns:a16="http://schemas.microsoft.com/office/drawing/2014/main" id="{EF4EA3B6-4058-AD5A-279B-082A14C62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84116" y="2"/>
            <a:ext cx="4662750" cy="5143498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/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CD870C32-79E8-DEE2-EB0F-0189C29610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1063919"/>
            <a:ext cx="3688901" cy="3668071"/>
          </a:xfrm>
        </p:spPr>
        <p:txBody>
          <a:bodyPr>
            <a:normAutofit/>
          </a:bodyPr>
          <a:lstStyle>
            <a:lvl1pPr>
              <a:defRPr sz="38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endParaRPr lang="es-ES" dirty="0"/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A98D4458-BE69-D3A1-46A1-73823413AB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1520" y="418109"/>
            <a:ext cx="3688901" cy="652410"/>
          </a:xfrm>
        </p:spPr>
        <p:txBody>
          <a:bodyPr>
            <a:normAutofit/>
          </a:bodyPr>
          <a:lstStyle>
            <a:lvl1pPr>
              <a:defRPr sz="3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42887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11168348-B87C-6324-0235-C70F749736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542064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E27A3EDA-F801-98E1-15D1-80749D902A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542064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87863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2C5621E6-1C57-7F18-A4F9-FAEFF28979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851670"/>
            <a:ext cx="4032448" cy="2880320"/>
          </a:xfrm>
        </p:spPr>
        <p:txBody>
          <a:bodyPr/>
          <a:lstStyle>
            <a:lvl1pPr marL="285750" indent="-285750">
              <a:buClr>
                <a:schemeClr val="accent2"/>
              </a:buClr>
              <a:buSzPct val="85000"/>
              <a:buFont typeface="Wingdings" pitchFamily="2" charset="2"/>
              <a:buChar char="§"/>
              <a:defRPr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</a:p>
          <a:p>
            <a:pPr lvl="0"/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 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AFF69EC3-AC11-0CF4-9745-482709F71F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5576" y="1851670"/>
            <a:ext cx="3074414" cy="2880320"/>
          </a:xfrm>
        </p:spPr>
        <p:txBody>
          <a:bodyPr>
            <a:normAutofit/>
          </a:bodyPr>
          <a:lstStyle>
            <a:lvl1pPr marL="0" indent="0">
              <a:buClr>
                <a:schemeClr val="accent2"/>
              </a:buClr>
              <a:buSzPct val="85000"/>
              <a:buFont typeface="Wingdings" pitchFamily="2" charset="2"/>
              <a:buNone/>
              <a:defRPr sz="1600" b="1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64665188-8D01-E73E-760E-944C65EC5F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41955CD2-07EF-8853-89AB-829BEC7FE3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689049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5BB1A99B-40BC-BCB9-0D21-589C2B398B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552" y="1563638"/>
            <a:ext cx="8064896" cy="3168352"/>
          </a:xfrm>
        </p:spPr>
        <p:txBody>
          <a:bodyPr/>
          <a:lstStyle>
            <a:lvl1pPr marL="285750" indent="-285750">
              <a:buClr>
                <a:schemeClr val="accent2"/>
              </a:buClr>
              <a:buSzPct val="85000"/>
              <a:buFont typeface="Wingdings" pitchFamily="2" charset="2"/>
              <a:buChar char="§"/>
              <a:defRPr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</a:p>
          <a:p>
            <a:pPr lvl="0"/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Sed ut </a:t>
            </a:r>
            <a:r>
              <a:rPr lang="es-ES" dirty="0" err="1"/>
              <a:t>perspiciatis</a:t>
            </a:r>
            <a:r>
              <a:rPr lang="es-ES" dirty="0"/>
              <a:t> </a:t>
            </a:r>
            <a:r>
              <a:rPr lang="es-ES" dirty="0" err="1"/>
              <a:t>unde</a:t>
            </a:r>
            <a:r>
              <a:rPr lang="es-ES" dirty="0"/>
              <a:t> </a:t>
            </a:r>
            <a:r>
              <a:rPr lang="es-ES" dirty="0" err="1"/>
              <a:t>omnis</a:t>
            </a:r>
            <a:r>
              <a:rPr lang="es-ES" dirty="0"/>
              <a:t> iste </a:t>
            </a:r>
            <a:r>
              <a:rPr lang="es-ES" dirty="0" err="1"/>
              <a:t>natus</a:t>
            </a:r>
            <a:r>
              <a:rPr lang="es-ES" dirty="0"/>
              <a:t> error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</a:t>
            </a:r>
            <a:r>
              <a:rPr lang="es-ES" dirty="0" err="1"/>
              <a:t>accusantium</a:t>
            </a:r>
            <a:r>
              <a:rPr lang="es-ES" dirty="0"/>
              <a:t> </a:t>
            </a:r>
            <a:r>
              <a:rPr lang="es-ES" dirty="0" err="1"/>
              <a:t>doloremque</a:t>
            </a:r>
            <a:r>
              <a:rPr lang="es-ES" dirty="0"/>
              <a:t> </a:t>
            </a:r>
            <a:r>
              <a:rPr lang="es-ES" dirty="0" err="1"/>
              <a:t>laudantium</a:t>
            </a:r>
            <a:r>
              <a:rPr lang="es-ES" dirty="0"/>
              <a:t>, </a:t>
            </a:r>
            <a:r>
              <a:rPr lang="es-ES" dirty="0" err="1"/>
              <a:t>totam</a:t>
            </a:r>
            <a:r>
              <a:rPr lang="es-ES" dirty="0"/>
              <a:t> rem </a:t>
            </a:r>
            <a:r>
              <a:rPr lang="es-ES" dirty="0" err="1"/>
              <a:t>aperiam</a:t>
            </a:r>
            <a:r>
              <a:rPr lang="es-ES" dirty="0"/>
              <a:t>, </a:t>
            </a:r>
            <a:r>
              <a:rPr lang="es-ES" dirty="0" err="1"/>
              <a:t>eaque</a:t>
            </a:r>
            <a:r>
              <a:rPr lang="es-ES" dirty="0"/>
              <a:t> </a:t>
            </a:r>
            <a:r>
              <a:rPr lang="es-ES" dirty="0" err="1"/>
              <a:t>ipsa</a:t>
            </a:r>
            <a:r>
              <a:rPr lang="es-ES" dirty="0"/>
              <a:t> </a:t>
            </a:r>
            <a:r>
              <a:rPr lang="es-ES" dirty="0" err="1"/>
              <a:t>quae</a:t>
            </a:r>
            <a:r>
              <a:rPr lang="es-ES" dirty="0"/>
              <a:t> ab illo inventore veritatis et </a:t>
            </a:r>
            <a:r>
              <a:rPr lang="es-ES" dirty="0" err="1"/>
              <a:t>quasi</a:t>
            </a:r>
            <a:r>
              <a:rPr lang="es-ES" dirty="0"/>
              <a:t> </a:t>
            </a:r>
            <a:r>
              <a:rPr lang="es-ES" dirty="0" err="1"/>
              <a:t>architecto</a:t>
            </a:r>
            <a:r>
              <a:rPr lang="es-ES" dirty="0"/>
              <a:t> </a:t>
            </a:r>
            <a:r>
              <a:rPr lang="es-ES" dirty="0" err="1"/>
              <a:t>beatae</a:t>
            </a:r>
            <a:r>
              <a:rPr lang="es-ES" dirty="0"/>
              <a:t> vitae dicta sunt </a:t>
            </a:r>
            <a:r>
              <a:rPr lang="es-ES" dirty="0" err="1"/>
              <a:t>explicabo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Nemo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ipsam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quia </a:t>
            </a:r>
            <a:r>
              <a:rPr lang="es-ES" dirty="0" err="1"/>
              <a:t>voluptas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aspernatur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odit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fugit</a:t>
            </a:r>
            <a:r>
              <a:rPr lang="es-ES" dirty="0"/>
              <a:t>, sed quia </a:t>
            </a:r>
            <a:r>
              <a:rPr lang="es-ES" dirty="0" err="1"/>
              <a:t>consequuntur</a:t>
            </a:r>
            <a:r>
              <a:rPr lang="es-ES" dirty="0"/>
              <a:t> </a:t>
            </a:r>
            <a:r>
              <a:rPr lang="es-ES" dirty="0" err="1"/>
              <a:t>magni</a:t>
            </a:r>
            <a:r>
              <a:rPr lang="es-ES" dirty="0"/>
              <a:t> dolores </a:t>
            </a:r>
            <a:r>
              <a:rPr lang="es-ES" dirty="0" err="1"/>
              <a:t>eos</a:t>
            </a:r>
            <a:r>
              <a:rPr lang="es-ES" dirty="0"/>
              <a:t> qui </a:t>
            </a:r>
            <a:r>
              <a:rPr lang="es-ES" dirty="0" err="1"/>
              <a:t>ratione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</a:t>
            </a:r>
            <a:r>
              <a:rPr lang="es-ES" dirty="0" err="1"/>
              <a:t>sequi</a:t>
            </a:r>
            <a:r>
              <a:rPr lang="es-ES" dirty="0"/>
              <a:t> </a:t>
            </a:r>
            <a:r>
              <a:rPr lang="es-ES" dirty="0" err="1"/>
              <a:t>nesciunt</a:t>
            </a:r>
            <a:r>
              <a:rPr lang="es-ES" dirty="0"/>
              <a:t>. Neque porro </a:t>
            </a:r>
            <a:r>
              <a:rPr lang="es-ES" dirty="0" err="1"/>
              <a:t>quisquam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.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18787C73-4985-6A69-CFB6-03FE3F9003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F3A15878-2501-AAE6-3C99-42D314312D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258873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6BA4DE7B-C505-E16A-BC9D-31C61F58A9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552" y="1779662"/>
            <a:ext cx="7848872" cy="2952328"/>
          </a:xfrm>
        </p:spPr>
        <p:txBody>
          <a:bodyPr numCol="2" spcCol="180000"/>
          <a:lstStyle>
            <a:lvl1pPr marL="285750" indent="-285750">
              <a:buClr>
                <a:schemeClr val="accent2"/>
              </a:buClr>
              <a:buSzPct val="85000"/>
              <a:buFont typeface="Wingdings" pitchFamily="2" charset="2"/>
              <a:buChar char="§"/>
              <a:defRPr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</a:p>
          <a:p>
            <a:pPr lvl="0"/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Sed ut </a:t>
            </a:r>
            <a:r>
              <a:rPr lang="es-ES" dirty="0" err="1"/>
              <a:t>perspiciatis</a:t>
            </a:r>
            <a:r>
              <a:rPr lang="es-ES" dirty="0"/>
              <a:t> </a:t>
            </a:r>
            <a:r>
              <a:rPr lang="es-ES" dirty="0" err="1"/>
              <a:t>unde</a:t>
            </a:r>
            <a:r>
              <a:rPr lang="es-ES" dirty="0"/>
              <a:t> </a:t>
            </a:r>
            <a:r>
              <a:rPr lang="es-ES" dirty="0" err="1"/>
              <a:t>omnis</a:t>
            </a:r>
            <a:r>
              <a:rPr lang="es-ES" dirty="0"/>
              <a:t> iste </a:t>
            </a:r>
            <a:r>
              <a:rPr lang="es-ES" dirty="0" err="1"/>
              <a:t>natus</a:t>
            </a:r>
            <a:r>
              <a:rPr lang="es-ES" dirty="0"/>
              <a:t> error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</a:t>
            </a:r>
            <a:r>
              <a:rPr lang="es-ES" dirty="0" err="1"/>
              <a:t>accusantium</a:t>
            </a:r>
            <a:r>
              <a:rPr lang="es-ES" dirty="0"/>
              <a:t> </a:t>
            </a:r>
            <a:r>
              <a:rPr lang="es-ES" dirty="0" err="1"/>
              <a:t>doloremque</a:t>
            </a:r>
            <a:r>
              <a:rPr lang="es-ES" dirty="0"/>
              <a:t> </a:t>
            </a:r>
            <a:r>
              <a:rPr lang="es-ES" dirty="0" err="1"/>
              <a:t>laudantium</a:t>
            </a:r>
            <a:r>
              <a:rPr lang="es-ES" dirty="0"/>
              <a:t>, </a:t>
            </a:r>
            <a:r>
              <a:rPr lang="es-ES" dirty="0" err="1"/>
              <a:t>totam</a:t>
            </a:r>
            <a:r>
              <a:rPr lang="es-ES" dirty="0"/>
              <a:t> rem </a:t>
            </a:r>
            <a:r>
              <a:rPr lang="es-ES" dirty="0" err="1"/>
              <a:t>aperiam</a:t>
            </a:r>
            <a:r>
              <a:rPr lang="es-ES" dirty="0"/>
              <a:t>, </a:t>
            </a:r>
            <a:r>
              <a:rPr lang="es-ES" dirty="0" err="1"/>
              <a:t>eaque</a:t>
            </a:r>
            <a:r>
              <a:rPr lang="es-ES" dirty="0"/>
              <a:t> </a:t>
            </a:r>
            <a:r>
              <a:rPr lang="es-ES" dirty="0" err="1"/>
              <a:t>ipsa</a:t>
            </a:r>
            <a:r>
              <a:rPr lang="es-ES" dirty="0"/>
              <a:t> </a:t>
            </a:r>
            <a:r>
              <a:rPr lang="es-ES" dirty="0" err="1"/>
              <a:t>quae</a:t>
            </a:r>
            <a:r>
              <a:rPr lang="es-ES" dirty="0"/>
              <a:t> ab illo inventore veritatis et </a:t>
            </a:r>
            <a:r>
              <a:rPr lang="es-ES" dirty="0" err="1"/>
              <a:t>quasi</a:t>
            </a:r>
            <a:r>
              <a:rPr lang="es-ES" dirty="0"/>
              <a:t> </a:t>
            </a:r>
            <a:r>
              <a:rPr lang="es-ES" dirty="0" err="1"/>
              <a:t>architecto</a:t>
            </a:r>
            <a:r>
              <a:rPr lang="es-ES" dirty="0"/>
              <a:t> </a:t>
            </a:r>
            <a:r>
              <a:rPr lang="es-ES" dirty="0" err="1"/>
              <a:t>beatae</a:t>
            </a:r>
            <a:r>
              <a:rPr lang="es-ES" dirty="0"/>
              <a:t> vitae dicta sunt </a:t>
            </a:r>
            <a:r>
              <a:rPr lang="es-ES" dirty="0" err="1"/>
              <a:t>explicabo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Nemo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ipsam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quia </a:t>
            </a:r>
            <a:r>
              <a:rPr lang="es-ES" dirty="0" err="1"/>
              <a:t>voluptas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aspernatur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odit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fugit</a:t>
            </a:r>
            <a:r>
              <a:rPr lang="es-ES" dirty="0"/>
              <a:t>, sed quia </a:t>
            </a:r>
            <a:r>
              <a:rPr lang="es-ES" dirty="0" err="1"/>
              <a:t>consequuntur</a:t>
            </a:r>
            <a:r>
              <a:rPr lang="es-ES" dirty="0"/>
              <a:t> </a:t>
            </a:r>
            <a:r>
              <a:rPr lang="es-ES" dirty="0" err="1"/>
              <a:t>magni</a:t>
            </a:r>
            <a:r>
              <a:rPr lang="es-ES" dirty="0"/>
              <a:t> dolores </a:t>
            </a:r>
            <a:r>
              <a:rPr lang="es-ES" dirty="0" err="1"/>
              <a:t>eos</a:t>
            </a:r>
            <a:r>
              <a:rPr lang="es-ES" dirty="0"/>
              <a:t> qui </a:t>
            </a:r>
            <a:r>
              <a:rPr lang="es-ES" dirty="0" err="1"/>
              <a:t>ratione</a:t>
            </a:r>
            <a:r>
              <a:rPr lang="es-ES" dirty="0"/>
              <a:t> </a:t>
            </a:r>
            <a:r>
              <a:rPr lang="es-ES" dirty="0" err="1"/>
              <a:t>voluptatem</a:t>
            </a:r>
            <a:r>
              <a:rPr lang="es-ES" dirty="0"/>
              <a:t> </a:t>
            </a:r>
            <a:r>
              <a:rPr lang="es-ES" dirty="0" err="1"/>
              <a:t>sequi</a:t>
            </a:r>
            <a:r>
              <a:rPr lang="es-ES" dirty="0"/>
              <a:t> </a:t>
            </a:r>
            <a:r>
              <a:rPr lang="es-ES" dirty="0" err="1"/>
              <a:t>nesciunt</a:t>
            </a:r>
            <a:r>
              <a:rPr lang="es-ES" dirty="0"/>
              <a:t>. Neque porro </a:t>
            </a:r>
            <a:r>
              <a:rPr lang="es-ES" dirty="0" err="1"/>
              <a:t>quisquam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.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D4617674-6B97-0F27-5AA0-5AD650E1E9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6AC26AC1-265E-AAE8-8B50-15F7FA4B53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949048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D74EABA8-6071-CE0D-007E-5FB6D36C09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5058" y="1660994"/>
            <a:ext cx="4733006" cy="263894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s-ES" dirty="0"/>
              <a:t>Arial Regular 16 pt</a:t>
            </a: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AC7C22E6-7195-AEEB-02DF-B3F3724E3E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542064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E70A5D0A-B062-A7AE-3B4F-A6E540ADA8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542064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521583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arcador de gráfico 3">
            <a:extLst>
              <a:ext uri="{FF2B5EF4-FFF2-40B4-BE49-F238E27FC236}">
                <a16:creationId xmlns:a16="http://schemas.microsoft.com/office/drawing/2014/main" id="{A953F9AA-0D70-F3B6-FBF9-ED7DE58BF04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251520" y="1625140"/>
            <a:ext cx="8424935" cy="3107198"/>
          </a:xfrm>
        </p:spPr>
        <p:txBody>
          <a:bodyPr/>
          <a:lstStyle/>
          <a:p>
            <a:endParaRPr lang="es-ES_tradnl"/>
          </a:p>
        </p:txBody>
      </p:sp>
      <p:sp>
        <p:nvSpPr>
          <p:cNvPr id="25" name="Marcador de texto 37">
            <a:extLst>
              <a:ext uri="{FF2B5EF4-FFF2-40B4-BE49-F238E27FC236}">
                <a16:creationId xmlns:a16="http://schemas.microsoft.com/office/drawing/2014/main" id="{8DD1F65C-7854-C045-2ACE-DA79ED7B43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26" name="Marcador de texto 37">
            <a:extLst>
              <a:ext uri="{FF2B5EF4-FFF2-40B4-BE49-F238E27FC236}">
                <a16:creationId xmlns:a16="http://schemas.microsoft.com/office/drawing/2014/main" id="{B2AF6632-2E50-3885-3A06-34953BB45E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904978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0295E69E-6BF1-BE36-FCB7-90FBC0E295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10704" y="1851670"/>
            <a:ext cx="2865751" cy="1224136"/>
          </a:xfrm>
        </p:spPr>
        <p:txBody>
          <a:bodyPr>
            <a:normAutofit/>
          </a:bodyPr>
          <a:lstStyle>
            <a:lvl1pPr algn="r"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.</a:t>
            </a:r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3E75D1FF-C058-78B9-9AA7-04D519F80A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704" y="3279026"/>
            <a:ext cx="2865751" cy="1224136"/>
          </a:xfrm>
        </p:spPr>
        <p:txBody>
          <a:bodyPr>
            <a:normAutofit/>
          </a:bodyPr>
          <a:lstStyle>
            <a:lvl1pPr algn="r"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. 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12" name="Marcador de posición de imagen 3">
            <a:extLst>
              <a:ext uri="{FF2B5EF4-FFF2-40B4-BE49-F238E27FC236}">
                <a16:creationId xmlns:a16="http://schemas.microsoft.com/office/drawing/2014/main" id="{C8313D11-5A69-2C8A-A422-8969C24BDE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51520" y="1526422"/>
            <a:ext cx="4323925" cy="3569956"/>
          </a:xfrm>
        </p:spPr>
        <p:txBody>
          <a:bodyPr/>
          <a:lstStyle/>
          <a:p>
            <a:endParaRPr lang="es-ES_tradnl"/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CDF8E181-08DF-443F-8D30-648BD97A0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F3E4457A-F6A4-4870-466A-0E3C9166B9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51652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509F4955-A1F0-E8C3-51CD-64B5A3F1A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56288" y="0"/>
            <a:ext cx="3287712" cy="5143500"/>
          </a:xfrm>
        </p:spPr>
        <p:txBody>
          <a:bodyPr/>
          <a:lstStyle/>
          <a:p>
            <a:endParaRPr lang="es-ES_tradnl"/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7810212A-1AAA-54E7-BA12-2D06CF6D68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6169" y="1851670"/>
            <a:ext cx="2865751" cy="1224136"/>
          </a:xfrm>
        </p:spPr>
        <p:txBody>
          <a:bodyPr>
            <a:norm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.</a:t>
            </a:r>
          </a:p>
        </p:txBody>
      </p:sp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F0CE9291-FF26-61C7-BB7C-4C230750DF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6169" y="3279026"/>
            <a:ext cx="2865751" cy="1224136"/>
          </a:xfrm>
        </p:spPr>
        <p:txBody>
          <a:bodyPr>
            <a:normAutofit/>
          </a:bodyPr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. 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46716925-1917-80DD-419B-D3C91F7D8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5040560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C98FEF3B-DA1B-0A88-A8C1-D9EE3749EE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5040560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4054194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509F4955-A1F0-E8C3-51CD-64B5A3F1A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56288" y="0"/>
            <a:ext cx="3287712" cy="5143500"/>
          </a:xfrm>
        </p:spPr>
        <p:txBody>
          <a:bodyPr/>
          <a:lstStyle/>
          <a:p>
            <a:endParaRPr lang="es-ES_tradnl"/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2A771223-CE85-CF50-C5F3-0DF36DAC3C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4722" y="1563638"/>
            <a:ext cx="3491294" cy="31020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110942B9-32D0-3369-75EF-BC188C7B8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24722" y="1894144"/>
            <a:ext cx="3491294" cy="699777"/>
          </a:xfrm>
        </p:spPr>
        <p:txBody>
          <a:bodyPr>
            <a:normAutofit/>
          </a:bodyPr>
          <a:lstStyle>
            <a:lvl1pPr>
              <a:defRPr sz="13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22D9D1AE-8D9E-3ABC-6A63-36C6F9DA52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4722" y="2709392"/>
            <a:ext cx="3491294" cy="31020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D53E27A3-79F7-FF1F-E135-0BE67DA776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4722" y="3039898"/>
            <a:ext cx="3491294" cy="699777"/>
          </a:xfrm>
        </p:spPr>
        <p:txBody>
          <a:bodyPr>
            <a:normAutofit/>
          </a:bodyPr>
          <a:lstStyle>
            <a:lvl1pPr>
              <a:defRPr sz="13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</a:t>
            </a:r>
          </a:p>
        </p:txBody>
      </p:sp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7B48CE83-CDE0-171E-8689-A130A9559C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722" y="3877180"/>
            <a:ext cx="3491294" cy="31020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D19D80DD-D959-1FEF-415F-3E73008C0F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4722" y="4207686"/>
            <a:ext cx="3491294" cy="699777"/>
          </a:xfrm>
        </p:spPr>
        <p:txBody>
          <a:bodyPr>
            <a:normAutofit/>
          </a:bodyPr>
          <a:lstStyle>
            <a:lvl1pPr>
              <a:defRPr sz="13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</a:t>
            </a:r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FA1001B6-B427-6D19-812E-79DB420110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5040560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94F0C5DC-BF4D-F740-073D-A576A61547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5040560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631958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509F4955-A1F0-E8C3-51CD-64B5A3F1A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56288" y="0"/>
            <a:ext cx="3287712" cy="5143500"/>
          </a:xfrm>
        </p:spPr>
        <p:txBody>
          <a:bodyPr/>
          <a:lstStyle/>
          <a:p>
            <a:endParaRPr lang="es-ES_tradnl"/>
          </a:p>
        </p:txBody>
      </p:sp>
      <p:sp>
        <p:nvSpPr>
          <p:cNvPr id="17" name="Marcador de texto 37">
            <a:extLst>
              <a:ext uri="{FF2B5EF4-FFF2-40B4-BE49-F238E27FC236}">
                <a16:creationId xmlns:a16="http://schemas.microsoft.com/office/drawing/2014/main" id="{ECE3C84A-C6DD-55FB-85AB-B6163C5E5F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5040560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8" name="Marcador de texto 37">
            <a:extLst>
              <a:ext uri="{FF2B5EF4-FFF2-40B4-BE49-F238E27FC236}">
                <a16:creationId xmlns:a16="http://schemas.microsoft.com/office/drawing/2014/main" id="{272303C8-5BE0-1D94-3A05-B72632A5AE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5040560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909777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509F4955-A1F0-E8C3-51CD-64B5A3F1A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8049" y="0"/>
            <a:ext cx="3795951" cy="5143500"/>
          </a:xfrm>
        </p:spPr>
        <p:txBody>
          <a:bodyPr/>
          <a:lstStyle/>
          <a:p>
            <a:endParaRPr lang="es-ES_tradnl"/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3CC5BFB2-8E91-09AE-E94A-8544019431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462" y="1707654"/>
            <a:ext cx="3731256" cy="1297078"/>
          </a:xfrm>
        </p:spPr>
        <p:txBody>
          <a:bodyPr>
            <a:normAutofit/>
          </a:bodyPr>
          <a:lstStyle>
            <a:lvl1pPr>
              <a:defRPr sz="1600" b="1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. 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496288EB-2E85-34ED-E0C9-087BB1F042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591" y="3135902"/>
            <a:ext cx="3523035" cy="1633541"/>
          </a:xfrm>
        </p:spPr>
        <p:txBody>
          <a:bodyPr>
            <a:normAutofit/>
          </a:bodyPr>
          <a:lstStyle>
            <a:lvl1pPr marL="285750" indent="-285750">
              <a:buClr>
                <a:schemeClr val="tx2"/>
              </a:buClr>
              <a:buFont typeface="Wingdings" pitchFamily="2" charset="2"/>
              <a:buChar char="§"/>
              <a:defRPr sz="1400" b="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</a:p>
          <a:p>
            <a:pPr marL="285750" marR="0" lvl="0" indent="-285750" algn="l" defTabSz="4114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</a:p>
          <a:p>
            <a:pPr marL="285750" marR="0" lvl="0" indent="-285750" algn="l" defTabSz="4114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</a:p>
          <a:p>
            <a:pPr lvl="0"/>
            <a:endParaRPr lang="es-ES" dirty="0"/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017BCE7B-698C-FA66-5B77-EEB17DDAA5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5040560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0A58322D-A658-E55A-F432-0971A400F2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5040560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4137400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509F4955-A1F0-E8C3-51CD-64B5A3F1A1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8049" y="0"/>
            <a:ext cx="3795951" cy="5143500"/>
          </a:xfrm>
        </p:spPr>
        <p:txBody>
          <a:bodyPr/>
          <a:lstStyle/>
          <a:p>
            <a:endParaRPr lang="es-ES_tradnl"/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3CC5BFB2-8E91-09AE-E94A-8544019431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462" y="1707654"/>
            <a:ext cx="3089023" cy="1297078"/>
          </a:xfrm>
        </p:spPr>
        <p:txBody>
          <a:bodyPr>
            <a:normAutofit/>
          </a:bodyPr>
          <a:lstStyle>
            <a:lvl1pPr>
              <a:defRPr sz="1600" b="1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. </a:t>
            </a: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7DBA4B6F-CFA9-C381-7BFF-9633660AEE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5040560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9C3778CA-C813-4341-D9FA-8FC204CEAB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5040560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40296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18BAA624-C209-CE3D-EE71-107C318388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168" y="1707654"/>
            <a:ext cx="2654672" cy="3024337"/>
          </a:xfrm>
        </p:spPr>
        <p:txBody>
          <a:bodyPr>
            <a:norm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</a:p>
          <a:p>
            <a:pPr lvl="0"/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25CC998A-BACD-F6AC-85D8-F23E43B95D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6EA74955-37A5-F47D-8379-7A771AF0EA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503891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18BAA624-C209-CE3D-EE71-107C318388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168" y="1707654"/>
            <a:ext cx="2654672" cy="3024337"/>
          </a:xfrm>
        </p:spPr>
        <p:txBody>
          <a:bodyPr>
            <a:normAutofit/>
          </a:bodyPr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</a:p>
          <a:p>
            <a:pPr lvl="0"/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9A09D6DA-DBB0-B5F9-07A9-BF1DEFDFCA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9F9230D8-D0D8-59F0-8442-AE5DB4C062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49010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map.png">
            <a:extLst>
              <a:ext uri="{FF2B5EF4-FFF2-40B4-BE49-F238E27FC236}">
                <a16:creationId xmlns:a16="http://schemas.microsoft.com/office/drawing/2014/main" id="{376D7756-A718-41A3-D739-6CF8F992A4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2997" y="1530400"/>
            <a:ext cx="6844794" cy="3489622"/>
          </a:xfrm>
          <a:prstGeom prst="rect">
            <a:avLst/>
          </a:prstGeom>
        </p:spPr>
      </p:pic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35C905F6-DB7C-3A21-D162-50294A05ED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76887E42-9434-8EB1-7BE8-BD09E804DC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872725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7">
            <a:extLst>
              <a:ext uri="{FF2B5EF4-FFF2-40B4-BE49-F238E27FC236}">
                <a16:creationId xmlns:a16="http://schemas.microsoft.com/office/drawing/2014/main" id="{A0EE074C-1C78-FD70-47DC-603360F540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1520" y="3014713"/>
            <a:ext cx="2724513" cy="1748129"/>
          </a:xfr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A5A33918-C33E-BCE1-FFA5-17A05CA866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1923678"/>
            <a:ext cx="683073" cy="590169"/>
          </a:xfrm>
        </p:spPr>
        <p:txBody>
          <a:bodyPr>
            <a:normAutofit/>
          </a:bodyPr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9" name="Marcador de texto 37">
            <a:extLst>
              <a:ext uri="{FF2B5EF4-FFF2-40B4-BE49-F238E27FC236}">
                <a16:creationId xmlns:a16="http://schemas.microsoft.com/office/drawing/2014/main" id="{145BB478-0369-6E24-6C6A-E9B535F8EB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1520" y="2559902"/>
            <a:ext cx="1665275" cy="387058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16 pt</a:t>
            </a:r>
          </a:p>
        </p:txBody>
      </p:sp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DF9B748D-FA6C-C57F-DA71-46D644D3A9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31840" y="3014713"/>
            <a:ext cx="2724513" cy="1748129"/>
          </a:xfr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C4C48D20-9DBF-359D-A5FB-7BE7AE412B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31840" y="1923678"/>
            <a:ext cx="683073" cy="590169"/>
          </a:xfrm>
        </p:spPr>
        <p:txBody>
          <a:bodyPr>
            <a:normAutofit/>
          </a:bodyPr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EA8A7EBF-43E8-1EA9-0641-4FD8D96195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31840" y="2559902"/>
            <a:ext cx="1665275" cy="387058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16 pt</a:t>
            </a:r>
          </a:p>
        </p:txBody>
      </p:sp>
      <p:sp>
        <p:nvSpPr>
          <p:cNvPr id="13" name="Marcador de texto 37">
            <a:extLst>
              <a:ext uri="{FF2B5EF4-FFF2-40B4-BE49-F238E27FC236}">
                <a16:creationId xmlns:a16="http://schemas.microsoft.com/office/drawing/2014/main" id="{F550F3A9-9DCB-F9C3-944A-FD56EFB8D6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12160" y="3014713"/>
            <a:ext cx="2724513" cy="1748129"/>
          </a:xfr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  <p:sp>
        <p:nvSpPr>
          <p:cNvPr id="14" name="Marcador de texto 37">
            <a:extLst>
              <a:ext uri="{FF2B5EF4-FFF2-40B4-BE49-F238E27FC236}">
                <a16:creationId xmlns:a16="http://schemas.microsoft.com/office/drawing/2014/main" id="{0570FBCF-B3F5-048B-48CD-63B064612A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12160" y="1923678"/>
            <a:ext cx="683073" cy="590169"/>
          </a:xfrm>
        </p:spPr>
        <p:txBody>
          <a:bodyPr>
            <a:normAutofit/>
          </a:bodyPr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15" name="Marcador de texto 37">
            <a:extLst>
              <a:ext uri="{FF2B5EF4-FFF2-40B4-BE49-F238E27FC236}">
                <a16:creationId xmlns:a16="http://schemas.microsoft.com/office/drawing/2014/main" id="{80FE8BDC-9D0F-6BC3-E63F-5CC6A97C3B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12160" y="2559902"/>
            <a:ext cx="1665275" cy="387058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16 pt</a:t>
            </a:r>
          </a:p>
        </p:txBody>
      </p:sp>
      <p:sp>
        <p:nvSpPr>
          <p:cNvPr id="16" name="Marcador de texto 37">
            <a:extLst>
              <a:ext uri="{FF2B5EF4-FFF2-40B4-BE49-F238E27FC236}">
                <a16:creationId xmlns:a16="http://schemas.microsoft.com/office/drawing/2014/main" id="{BDE8BE4A-3906-5593-C185-0B4E309350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7" name="Marcador de texto 37">
            <a:extLst>
              <a:ext uri="{FF2B5EF4-FFF2-40B4-BE49-F238E27FC236}">
                <a16:creationId xmlns:a16="http://schemas.microsoft.com/office/drawing/2014/main" id="{DE85FDB8-4911-D749-5739-51D6EDC371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69990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texto 37">
            <a:extLst>
              <a:ext uri="{FF2B5EF4-FFF2-40B4-BE49-F238E27FC236}">
                <a16:creationId xmlns:a16="http://schemas.microsoft.com/office/drawing/2014/main" id="{361260D1-F7B5-4B6D-8F2E-202FB4A59E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283718"/>
            <a:ext cx="683073" cy="590169"/>
          </a:xfrm>
        </p:spPr>
        <p:txBody>
          <a:bodyPr>
            <a:normAutofit/>
          </a:bodyPr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23" name="Marcador de texto 37">
            <a:extLst>
              <a:ext uri="{FF2B5EF4-FFF2-40B4-BE49-F238E27FC236}">
                <a16:creationId xmlns:a16="http://schemas.microsoft.com/office/drawing/2014/main" id="{2D32014C-1F8D-9F70-BAAA-E7F1D08B9A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1520" y="2931790"/>
            <a:ext cx="1614393" cy="622322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16 pt</a:t>
            </a:r>
          </a:p>
        </p:txBody>
      </p:sp>
      <p:sp>
        <p:nvSpPr>
          <p:cNvPr id="24" name="Marcador de texto 37">
            <a:extLst>
              <a:ext uri="{FF2B5EF4-FFF2-40B4-BE49-F238E27FC236}">
                <a16:creationId xmlns:a16="http://schemas.microsoft.com/office/drawing/2014/main" id="{395C02DB-C4AE-255E-0584-5F5230D7CB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1520" y="3612014"/>
            <a:ext cx="1614393" cy="1119975"/>
          </a:xfr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28" name="Marcador de texto 37">
            <a:extLst>
              <a:ext uri="{FF2B5EF4-FFF2-40B4-BE49-F238E27FC236}">
                <a16:creationId xmlns:a16="http://schemas.microsoft.com/office/drawing/2014/main" id="{B00FD882-2D53-252B-42C7-6252C2DAE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5436" y="2283718"/>
            <a:ext cx="683073" cy="590169"/>
          </a:xfrm>
        </p:spPr>
        <p:txBody>
          <a:bodyPr>
            <a:normAutofit/>
          </a:bodyPr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29" name="Marcador de texto 37">
            <a:extLst>
              <a:ext uri="{FF2B5EF4-FFF2-40B4-BE49-F238E27FC236}">
                <a16:creationId xmlns:a16="http://schemas.microsoft.com/office/drawing/2014/main" id="{0ADE4A2D-459D-FBFC-D912-9436FC95B5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05436" y="2931790"/>
            <a:ext cx="1614393" cy="622322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16 pt</a:t>
            </a:r>
          </a:p>
        </p:txBody>
      </p:sp>
      <p:sp>
        <p:nvSpPr>
          <p:cNvPr id="30" name="Marcador de texto 37">
            <a:extLst>
              <a:ext uri="{FF2B5EF4-FFF2-40B4-BE49-F238E27FC236}">
                <a16:creationId xmlns:a16="http://schemas.microsoft.com/office/drawing/2014/main" id="{4D84787F-E247-EC6F-4650-DF098243B6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05436" y="3612014"/>
            <a:ext cx="1614393" cy="1119975"/>
          </a:xfr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34" name="Marcador de texto 37">
            <a:extLst>
              <a:ext uri="{FF2B5EF4-FFF2-40B4-BE49-F238E27FC236}">
                <a16:creationId xmlns:a16="http://schemas.microsoft.com/office/drawing/2014/main" id="{E6B89326-46C2-39CD-34ED-A42B332367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59352" y="2283718"/>
            <a:ext cx="683073" cy="590169"/>
          </a:xfrm>
        </p:spPr>
        <p:txBody>
          <a:bodyPr>
            <a:normAutofit/>
          </a:bodyPr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35" name="Marcador de texto 37">
            <a:extLst>
              <a:ext uri="{FF2B5EF4-FFF2-40B4-BE49-F238E27FC236}">
                <a16:creationId xmlns:a16="http://schemas.microsoft.com/office/drawing/2014/main" id="{EAD1D170-F4B3-7C38-BACC-E266D69258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352" y="2931790"/>
            <a:ext cx="1614393" cy="622322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16 pt</a:t>
            </a:r>
          </a:p>
        </p:txBody>
      </p:sp>
      <p:sp>
        <p:nvSpPr>
          <p:cNvPr id="36" name="Marcador de texto 37">
            <a:extLst>
              <a:ext uri="{FF2B5EF4-FFF2-40B4-BE49-F238E27FC236}">
                <a16:creationId xmlns:a16="http://schemas.microsoft.com/office/drawing/2014/main" id="{1D928DA8-1DEF-BE21-0728-85A9B0B433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9352" y="3612014"/>
            <a:ext cx="1614393" cy="1119975"/>
          </a:xfr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40" name="Marcador de texto 37">
            <a:extLst>
              <a:ext uri="{FF2B5EF4-FFF2-40B4-BE49-F238E27FC236}">
                <a16:creationId xmlns:a16="http://schemas.microsoft.com/office/drawing/2014/main" id="{29D1C53E-B0AA-17C7-FFB8-9CDD8D08D6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13268" y="2283718"/>
            <a:ext cx="683073" cy="590169"/>
          </a:xfrm>
        </p:spPr>
        <p:txBody>
          <a:bodyPr>
            <a:normAutofit/>
          </a:bodyPr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41" name="Marcador de texto 37">
            <a:extLst>
              <a:ext uri="{FF2B5EF4-FFF2-40B4-BE49-F238E27FC236}">
                <a16:creationId xmlns:a16="http://schemas.microsoft.com/office/drawing/2014/main" id="{9A0274FC-005B-D0F0-8F50-1F80D9C0A1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13268" y="2931790"/>
            <a:ext cx="1614393" cy="622322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16 pt</a:t>
            </a:r>
          </a:p>
        </p:txBody>
      </p:sp>
      <p:sp>
        <p:nvSpPr>
          <p:cNvPr id="42" name="Marcador de texto 37">
            <a:extLst>
              <a:ext uri="{FF2B5EF4-FFF2-40B4-BE49-F238E27FC236}">
                <a16:creationId xmlns:a16="http://schemas.microsoft.com/office/drawing/2014/main" id="{6C1209CE-B956-DF85-E2BC-7D45D64D376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13268" y="3612014"/>
            <a:ext cx="1614393" cy="1119975"/>
          </a:xfr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46" name="Marcador de texto 37">
            <a:extLst>
              <a:ext uri="{FF2B5EF4-FFF2-40B4-BE49-F238E27FC236}">
                <a16:creationId xmlns:a16="http://schemas.microsoft.com/office/drawing/2014/main" id="{E17BB0BB-AAF7-ECF1-5117-7D07358A80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67183" y="2283718"/>
            <a:ext cx="683073" cy="590169"/>
          </a:xfrm>
        </p:spPr>
        <p:txBody>
          <a:bodyPr>
            <a:normAutofit/>
          </a:bodyPr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47" name="Marcador de texto 37">
            <a:extLst>
              <a:ext uri="{FF2B5EF4-FFF2-40B4-BE49-F238E27FC236}">
                <a16:creationId xmlns:a16="http://schemas.microsoft.com/office/drawing/2014/main" id="{45E3C911-D88C-1157-2244-90503EDBAA6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67183" y="2931790"/>
            <a:ext cx="1614393" cy="622322"/>
          </a:xfrm>
        </p:spPr>
        <p:txBody>
          <a:bodyPr>
            <a:normAutofit/>
          </a:bodyPr>
          <a:lstStyle>
            <a:lvl1pPr algn="l"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16 pt</a:t>
            </a:r>
          </a:p>
        </p:txBody>
      </p:sp>
      <p:sp>
        <p:nvSpPr>
          <p:cNvPr id="48" name="Marcador de texto 37">
            <a:extLst>
              <a:ext uri="{FF2B5EF4-FFF2-40B4-BE49-F238E27FC236}">
                <a16:creationId xmlns:a16="http://schemas.microsoft.com/office/drawing/2014/main" id="{767A44BF-11F1-CF39-D29C-0A9FEB633D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67183" y="3612014"/>
            <a:ext cx="1614393" cy="1119975"/>
          </a:xfrm>
        </p:spPr>
        <p:txBody>
          <a:bodyPr>
            <a:normAutofit/>
          </a:bodyPr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51" name="Marcador de texto 37">
            <a:extLst>
              <a:ext uri="{FF2B5EF4-FFF2-40B4-BE49-F238E27FC236}">
                <a16:creationId xmlns:a16="http://schemas.microsoft.com/office/drawing/2014/main" id="{AAA8B54F-16AA-6A3A-C73F-DD05AB4E52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52" name="Marcador de texto 37">
            <a:extLst>
              <a:ext uri="{FF2B5EF4-FFF2-40B4-BE49-F238E27FC236}">
                <a16:creationId xmlns:a16="http://schemas.microsoft.com/office/drawing/2014/main" id="{3EDC8195-344F-DB3C-037D-4E6F7B14A6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021351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texto 37">
            <a:extLst>
              <a:ext uri="{FF2B5EF4-FFF2-40B4-BE49-F238E27FC236}">
                <a16:creationId xmlns:a16="http://schemas.microsoft.com/office/drawing/2014/main" id="{361260D1-F7B5-4B6D-8F2E-202FB4A59E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2406" y="1886263"/>
            <a:ext cx="683073" cy="590169"/>
          </a:xfrm>
        </p:spPr>
        <p:txBody>
          <a:bodyPr>
            <a:normAutofit/>
          </a:bodyPr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23" name="Marcador de texto 37">
            <a:extLst>
              <a:ext uri="{FF2B5EF4-FFF2-40B4-BE49-F238E27FC236}">
                <a16:creationId xmlns:a16="http://schemas.microsoft.com/office/drawing/2014/main" id="{2D32014C-1F8D-9F70-BAAA-E7F1D08B9A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36747" y="3075807"/>
            <a:ext cx="1614393" cy="622322"/>
          </a:xfrm>
        </p:spPr>
        <p:txBody>
          <a:bodyPr>
            <a:normAutofit/>
          </a:bodyPr>
          <a:lstStyle>
            <a:lvl1pPr algn="ct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20 pt</a:t>
            </a:r>
          </a:p>
        </p:txBody>
      </p:sp>
      <p:sp>
        <p:nvSpPr>
          <p:cNvPr id="48" name="Marcador de texto 37">
            <a:extLst>
              <a:ext uri="{FF2B5EF4-FFF2-40B4-BE49-F238E27FC236}">
                <a16:creationId xmlns:a16="http://schemas.microsoft.com/office/drawing/2014/main" id="{767A44BF-11F1-CF39-D29C-0A9FEB633D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6747" y="3756031"/>
            <a:ext cx="1614393" cy="1119975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19" name="Marcador de texto 37">
            <a:extLst>
              <a:ext uri="{FF2B5EF4-FFF2-40B4-BE49-F238E27FC236}">
                <a16:creationId xmlns:a16="http://schemas.microsoft.com/office/drawing/2014/main" id="{B43261D0-EB67-1650-D6AD-CEF43ED0E6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0609" y="1886263"/>
            <a:ext cx="683073" cy="590169"/>
          </a:xfrm>
        </p:spPr>
        <p:txBody>
          <a:bodyPr>
            <a:normAutofit/>
          </a:bodyPr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20" name="Marcador de texto 37">
            <a:extLst>
              <a:ext uri="{FF2B5EF4-FFF2-40B4-BE49-F238E27FC236}">
                <a16:creationId xmlns:a16="http://schemas.microsoft.com/office/drawing/2014/main" id="{5327DCC1-FF8E-565D-AB88-3A92F066C5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54950" y="3075807"/>
            <a:ext cx="1614393" cy="622322"/>
          </a:xfrm>
        </p:spPr>
        <p:txBody>
          <a:bodyPr>
            <a:normAutofit/>
          </a:bodyPr>
          <a:lstStyle>
            <a:lvl1pPr algn="ct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20 pt</a:t>
            </a:r>
          </a:p>
        </p:txBody>
      </p:sp>
      <p:sp>
        <p:nvSpPr>
          <p:cNvPr id="22" name="Marcador de texto 37">
            <a:extLst>
              <a:ext uri="{FF2B5EF4-FFF2-40B4-BE49-F238E27FC236}">
                <a16:creationId xmlns:a16="http://schemas.microsoft.com/office/drawing/2014/main" id="{423D82DA-1CA6-911E-17EC-E9AB5D841D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54950" y="3756031"/>
            <a:ext cx="1614393" cy="1119975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25" name="Marcador de texto 37">
            <a:extLst>
              <a:ext uri="{FF2B5EF4-FFF2-40B4-BE49-F238E27FC236}">
                <a16:creationId xmlns:a16="http://schemas.microsoft.com/office/drawing/2014/main" id="{774F83E9-6A6E-004B-A520-B110516875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38811" y="1886263"/>
            <a:ext cx="683073" cy="590169"/>
          </a:xfrm>
        </p:spPr>
        <p:txBody>
          <a:bodyPr>
            <a:normAutofit/>
          </a:bodyPr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00</a:t>
            </a:r>
          </a:p>
        </p:txBody>
      </p:sp>
      <p:sp>
        <p:nvSpPr>
          <p:cNvPr id="26" name="Marcador de texto 37">
            <a:extLst>
              <a:ext uri="{FF2B5EF4-FFF2-40B4-BE49-F238E27FC236}">
                <a16:creationId xmlns:a16="http://schemas.microsoft.com/office/drawing/2014/main" id="{99FE3D50-94DF-B570-7EB7-181A1AC825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3152" y="3075807"/>
            <a:ext cx="1614393" cy="622322"/>
          </a:xfrm>
        </p:spPr>
        <p:txBody>
          <a:bodyPr>
            <a:normAutofit/>
          </a:bodyPr>
          <a:lstStyle>
            <a:lvl1pPr algn="ct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20 pt</a:t>
            </a:r>
          </a:p>
        </p:txBody>
      </p:sp>
      <p:sp>
        <p:nvSpPr>
          <p:cNvPr id="27" name="Marcador de texto 37">
            <a:extLst>
              <a:ext uri="{FF2B5EF4-FFF2-40B4-BE49-F238E27FC236}">
                <a16:creationId xmlns:a16="http://schemas.microsoft.com/office/drawing/2014/main" id="{F303D9F9-CFD7-DFB7-A636-FACE3993739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3152" y="3756031"/>
            <a:ext cx="1614393" cy="1119975"/>
          </a:xfrm>
        </p:spPr>
        <p:txBody>
          <a:bodyPr>
            <a:normAutofit/>
          </a:bodyPr>
          <a:lstStyle>
            <a:lvl1pPr algn="ctr"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E2D8F8CF-D752-C983-032C-56589FE2CB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E3CBC49C-38B7-3114-997C-0AD9B6B88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100165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.NF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EF050FB1-4C47-67F9-650C-B567A330D2E9}"/>
              </a:ext>
            </a:extLst>
          </p:cNvPr>
          <p:cNvSpPr/>
          <p:nvPr userDrawn="1"/>
        </p:nvSpPr>
        <p:spPr>
          <a:xfrm>
            <a:off x="0" y="0"/>
            <a:ext cx="5293895" cy="5143500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s-ES" sz="1600" dirty="0">
              <a:solidFill>
                <a:schemeClr val="bg1"/>
              </a:solidFill>
            </a:endParaRPr>
          </a:p>
        </p:txBody>
      </p:sp>
      <p:sp>
        <p:nvSpPr>
          <p:cNvPr id="27" name="Marcador de texto 37">
            <a:extLst>
              <a:ext uri="{FF2B5EF4-FFF2-40B4-BE49-F238E27FC236}">
                <a16:creationId xmlns:a16="http://schemas.microsoft.com/office/drawing/2014/main" id="{B35B8CBE-9AFF-1894-F493-BC48046FF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306" y="494822"/>
            <a:ext cx="3840670" cy="3758702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7927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.NF">
    <p:bg>
      <p:bgPr>
        <a:solidFill>
          <a:schemeClr val="accent4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5229ED-8DB0-4CB5-0567-66CD9144DF27}"/>
              </a:ext>
            </a:extLst>
          </p:cNvPr>
          <p:cNvSpPr/>
          <p:nvPr userDrawn="1"/>
        </p:nvSpPr>
        <p:spPr>
          <a:xfrm>
            <a:off x="-1" y="-2"/>
            <a:ext cx="9144001" cy="2866770"/>
          </a:xfrm>
          <a:prstGeom prst="rect">
            <a:avLst/>
          </a:prstGeom>
          <a:solidFill>
            <a:srgbClr val="212529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s-ES" sz="1600" dirty="0">
              <a:solidFill>
                <a:schemeClr val="bg1"/>
              </a:solidFill>
            </a:endParaRP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C96FE378-A177-3588-F993-9402BC12AB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5535" y="411510"/>
            <a:ext cx="7056785" cy="974579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7BC0E844-4121-F01B-C27A-033889E74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536" y="1485943"/>
            <a:ext cx="8052382" cy="725767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35466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.NF">
    <p:bg>
      <p:bgPr>
        <a:solidFill>
          <a:schemeClr val="accent4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5229ED-8DB0-4CB5-0567-66CD9144DF27}"/>
              </a:ext>
            </a:extLst>
          </p:cNvPr>
          <p:cNvSpPr/>
          <p:nvPr userDrawn="1"/>
        </p:nvSpPr>
        <p:spPr>
          <a:xfrm>
            <a:off x="-1" y="-2"/>
            <a:ext cx="9144001" cy="2866770"/>
          </a:xfrm>
          <a:prstGeom prst="rect">
            <a:avLst/>
          </a:prstGeom>
          <a:solidFill>
            <a:schemeClr val="tx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s-ES" sz="1600" dirty="0">
              <a:solidFill>
                <a:schemeClr val="bg1"/>
              </a:solidFill>
            </a:endParaRP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C96FE378-A177-3588-F993-9402BC12AB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5535" y="411510"/>
            <a:ext cx="7056785" cy="974579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7BC0E844-4121-F01B-C27A-033889E74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536" y="1485943"/>
            <a:ext cx="8052382" cy="725767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163840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.NF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368B7FB1-36A9-A451-9900-F7E012D7AE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5536" y="483518"/>
            <a:ext cx="3096344" cy="191302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85BD35C1-CE08-F039-4FAF-7D5CEBC8E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536" y="2490738"/>
            <a:ext cx="3129339" cy="2169244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847935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.NF">
    <p:bg>
      <p:bgPr>
        <a:solidFill>
          <a:schemeClr val="accent4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368B7FB1-36A9-A451-9900-F7E012D7AE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5536" y="483518"/>
            <a:ext cx="3096344" cy="1913021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85BD35C1-CE08-F039-4FAF-7D5CEBC8E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536" y="2490738"/>
            <a:ext cx="3129339" cy="2169244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74085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.N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18BAA624-C209-CE3D-EE71-107C318388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8472" y="1707654"/>
            <a:ext cx="2654672" cy="3024337"/>
          </a:xfrm>
        </p:spPr>
        <p:txBody>
          <a:bodyPr>
            <a:norm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</a:p>
          <a:p>
            <a:pPr lvl="0"/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71826446-0CC1-DA25-9E7F-FC1D99A3D4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3825DCEB-63C6-5B77-612A-24BD37E89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555685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F0F34A48-C979-A993-DF1D-B4A77581A31F}"/>
              </a:ext>
            </a:extLst>
          </p:cNvPr>
          <p:cNvSpPr/>
          <p:nvPr userDrawn="1"/>
        </p:nvSpPr>
        <p:spPr>
          <a:xfrm>
            <a:off x="0" y="3916083"/>
            <a:ext cx="9141182" cy="1227417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wrap="square" rtlCol="0" anchor="ctr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1800" dirty="0">
              <a:solidFill>
                <a:schemeClr val="tx2"/>
              </a:solidFill>
            </a:endParaRP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00EBD1CB-8DF6-C078-E994-7769E2B070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1600" y="4226941"/>
            <a:ext cx="7200800" cy="739782"/>
          </a:xfrm>
        </p:spPr>
        <p:txBody>
          <a:bodyPr>
            <a:normAutofit/>
          </a:bodyPr>
          <a:lstStyle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r>
              <a:rPr lang="es-ES" dirty="0" err="1"/>
              <a:t>Aenean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. 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16" name="Marcador de texto 37">
            <a:extLst>
              <a:ext uri="{FF2B5EF4-FFF2-40B4-BE49-F238E27FC236}">
                <a16:creationId xmlns:a16="http://schemas.microsoft.com/office/drawing/2014/main" id="{DBF94D50-F199-18BC-E425-E91E6D66A7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7" name="Marcador de texto 37">
            <a:extLst>
              <a:ext uri="{FF2B5EF4-FFF2-40B4-BE49-F238E27FC236}">
                <a16:creationId xmlns:a16="http://schemas.microsoft.com/office/drawing/2014/main" id="{37814273-81D1-4B5F-DEC2-E8A092595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  <p:sp>
        <p:nvSpPr>
          <p:cNvPr id="18" name="Marcador de texto 37">
            <a:extLst>
              <a:ext uri="{FF2B5EF4-FFF2-40B4-BE49-F238E27FC236}">
                <a16:creationId xmlns:a16="http://schemas.microsoft.com/office/drawing/2014/main" id="{CA3E457A-1F6D-44F2-9F64-B81C8C5840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1520" y="1615944"/>
            <a:ext cx="8578242" cy="739782"/>
          </a:xfrm>
        </p:spPr>
        <p:txBody>
          <a:bodyPr>
            <a:normAutofit/>
          </a:bodyPr>
          <a:lstStyle>
            <a:lvl1pPr algn="ctr">
              <a:defRPr sz="1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br>
              <a:rPr lang="es-ES" dirty="0"/>
            </a:b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41716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0">
            <a:extLst>
              <a:ext uri="{FF2B5EF4-FFF2-40B4-BE49-F238E27FC236}">
                <a16:creationId xmlns:a16="http://schemas.microsoft.com/office/drawing/2014/main" id="{F69920EF-C9FD-D34F-6355-040B91BED2F0}"/>
              </a:ext>
            </a:extLst>
          </p:cNvPr>
          <p:cNvGrpSpPr/>
          <p:nvPr userDrawn="1"/>
        </p:nvGrpSpPr>
        <p:grpSpPr>
          <a:xfrm>
            <a:off x="1187624" y="1906359"/>
            <a:ext cx="2716520" cy="2639596"/>
            <a:chOff x="6361113" y="1190625"/>
            <a:chExt cx="4470400" cy="4476750"/>
          </a:xfrm>
        </p:grpSpPr>
        <p:sp>
          <p:nvSpPr>
            <p:cNvPr id="3" name="Freeform 72">
              <a:extLst>
                <a:ext uri="{FF2B5EF4-FFF2-40B4-BE49-F238E27FC236}">
                  <a16:creationId xmlns:a16="http://schemas.microsoft.com/office/drawing/2014/main" id="{64D8F80B-4F72-103C-2E50-5CC3590C9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1190625"/>
              <a:ext cx="4470400" cy="4476750"/>
            </a:xfrm>
            <a:custGeom>
              <a:avLst/>
              <a:gdLst>
                <a:gd name="T0" fmla="*/ 397 w 397"/>
                <a:gd name="T1" fmla="*/ 199 h 397"/>
                <a:gd name="T2" fmla="*/ 199 w 397"/>
                <a:gd name="T3" fmla="*/ 397 h 397"/>
                <a:gd name="T4" fmla="*/ 0 w 397"/>
                <a:gd name="T5" fmla="*/ 199 h 397"/>
                <a:gd name="T6" fmla="*/ 200 w 397"/>
                <a:gd name="T7" fmla="*/ 0 h 397"/>
                <a:gd name="T8" fmla="*/ 397 w 397"/>
                <a:gd name="T9" fmla="*/ 199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397">
                  <a:moveTo>
                    <a:pt x="397" y="199"/>
                  </a:moveTo>
                  <a:cubicBezTo>
                    <a:pt x="397" y="308"/>
                    <a:pt x="308" y="397"/>
                    <a:pt x="199" y="397"/>
                  </a:cubicBezTo>
                  <a:cubicBezTo>
                    <a:pt x="89" y="397"/>
                    <a:pt x="0" y="308"/>
                    <a:pt x="0" y="199"/>
                  </a:cubicBezTo>
                  <a:cubicBezTo>
                    <a:pt x="0" y="89"/>
                    <a:pt x="90" y="0"/>
                    <a:pt x="200" y="0"/>
                  </a:cubicBezTo>
                  <a:cubicBezTo>
                    <a:pt x="309" y="0"/>
                    <a:pt x="397" y="89"/>
                    <a:pt x="397" y="199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6524A292-9FC9-1A42-D01A-029E0E5C93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4326" y="3389313"/>
              <a:ext cx="1949450" cy="293688"/>
            </a:xfrm>
            <a:prstGeom prst="line">
              <a:avLst/>
            </a:prstGeom>
            <a:noFill/>
            <a:ln w="11113" cap="flat">
              <a:solidFill>
                <a:srgbClr val="2D008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A324BA8B-C894-4601-3B74-1C8DDA27A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13776" y="3389313"/>
              <a:ext cx="1430338" cy="395288"/>
            </a:xfrm>
            <a:prstGeom prst="line">
              <a:avLst/>
            </a:prstGeom>
            <a:noFill/>
            <a:ln w="11113" cap="flat">
              <a:solidFill>
                <a:srgbClr val="2D008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9" name="Freeform 75">
              <a:extLst>
                <a:ext uri="{FF2B5EF4-FFF2-40B4-BE49-F238E27FC236}">
                  <a16:creationId xmlns:a16="http://schemas.microsoft.com/office/drawing/2014/main" id="{4DA12C98-7419-FD0E-4175-C6BEBB02C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4326" y="1190625"/>
              <a:ext cx="1949450" cy="2492375"/>
            </a:xfrm>
            <a:custGeom>
              <a:avLst/>
              <a:gdLst>
                <a:gd name="T0" fmla="*/ 0 w 173"/>
                <a:gd name="T1" fmla="*/ 221 h 221"/>
                <a:gd name="T2" fmla="*/ 173 w 173"/>
                <a:gd name="T3" fmla="*/ 0 h 221"/>
                <a:gd name="T4" fmla="*/ 173 w 173"/>
                <a:gd name="T5" fmla="*/ 195 h 221"/>
                <a:gd name="T6" fmla="*/ 0 w 173"/>
                <a:gd name="T7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3" h="221">
                  <a:moveTo>
                    <a:pt x="0" y="221"/>
                  </a:moveTo>
                  <a:cubicBezTo>
                    <a:pt x="0" y="111"/>
                    <a:pt x="82" y="0"/>
                    <a:pt x="173" y="0"/>
                  </a:cubicBezTo>
                  <a:cubicBezTo>
                    <a:pt x="173" y="195"/>
                    <a:pt x="173" y="195"/>
                    <a:pt x="173" y="195"/>
                  </a:cubicBezTo>
                  <a:lnTo>
                    <a:pt x="0" y="22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0" name="Freeform 77">
              <a:extLst>
                <a:ext uri="{FF2B5EF4-FFF2-40B4-BE49-F238E27FC236}">
                  <a16:creationId xmlns:a16="http://schemas.microsoft.com/office/drawing/2014/main" id="{1B25894E-EAA1-FB9F-F1EE-273C67F5A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735" y="1709931"/>
              <a:ext cx="1498600" cy="1939924"/>
            </a:xfrm>
            <a:custGeom>
              <a:avLst/>
              <a:gdLst>
                <a:gd name="T0" fmla="*/ 0 w 133"/>
                <a:gd name="T1" fmla="*/ 172 h 172"/>
                <a:gd name="T2" fmla="*/ 133 w 133"/>
                <a:gd name="T3" fmla="*/ 0 h 172"/>
                <a:gd name="T4" fmla="*/ 133 w 133"/>
                <a:gd name="T5" fmla="*/ 152 h 172"/>
                <a:gd name="T6" fmla="*/ 0 w 133"/>
                <a:gd name="T7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172">
                  <a:moveTo>
                    <a:pt x="0" y="172"/>
                  </a:moveTo>
                  <a:cubicBezTo>
                    <a:pt x="0" y="87"/>
                    <a:pt x="63" y="0"/>
                    <a:pt x="133" y="0"/>
                  </a:cubicBezTo>
                  <a:cubicBezTo>
                    <a:pt x="133" y="152"/>
                    <a:pt x="133" y="152"/>
                    <a:pt x="133" y="152"/>
                  </a:cubicBezTo>
                  <a:lnTo>
                    <a:pt x="0" y="1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1" name="Freeform 78">
              <a:extLst>
                <a:ext uri="{FF2B5EF4-FFF2-40B4-BE49-F238E27FC236}">
                  <a16:creationId xmlns:a16="http://schemas.microsoft.com/office/drawing/2014/main" id="{5964C88C-385A-887B-F1F8-656EE7F9C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6026" y="2171700"/>
              <a:ext cx="1047750" cy="1376363"/>
            </a:xfrm>
            <a:custGeom>
              <a:avLst/>
              <a:gdLst>
                <a:gd name="T0" fmla="*/ 0 w 93"/>
                <a:gd name="T1" fmla="*/ 122 h 122"/>
                <a:gd name="T2" fmla="*/ 93 w 93"/>
                <a:gd name="T3" fmla="*/ 0 h 122"/>
                <a:gd name="T4" fmla="*/ 93 w 93"/>
                <a:gd name="T5" fmla="*/ 108 h 122"/>
                <a:gd name="T6" fmla="*/ 0 w 93"/>
                <a:gd name="T7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" h="122">
                  <a:moveTo>
                    <a:pt x="0" y="122"/>
                  </a:moveTo>
                  <a:cubicBezTo>
                    <a:pt x="0" y="61"/>
                    <a:pt x="44" y="0"/>
                    <a:pt x="93" y="0"/>
                  </a:cubicBezTo>
                  <a:cubicBezTo>
                    <a:pt x="93" y="108"/>
                    <a:pt x="93" y="108"/>
                    <a:pt x="93" y="108"/>
                  </a:cubicBezTo>
                  <a:lnTo>
                    <a:pt x="0" y="122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2" name="Freeform 79">
              <a:extLst>
                <a:ext uri="{FF2B5EF4-FFF2-40B4-BE49-F238E27FC236}">
                  <a16:creationId xmlns:a16="http://schemas.microsoft.com/office/drawing/2014/main" id="{1817C65D-AEB2-D30B-D588-946D1B2AD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6876" y="2655888"/>
              <a:ext cx="596900" cy="823913"/>
            </a:xfrm>
            <a:custGeom>
              <a:avLst/>
              <a:gdLst>
                <a:gd name="T0" fmla="*/ 0 w 53"/>
                <a:gd name="T1" fmla="*/ 73 h 73"/>
                <a:gd name="T2" fmla="*/ 53 w 53"/>
                <a:gd name="T3" fmla="*/ 0 h 73"/>
                <a:gd name="T4" fmla="*/ 53 w 53"/>
                <a:gd name="T5" fmla="*/ 65 h 73"/>
                <a:gd name="T6" fmla="*/ 0 w 53"/>
                <a:gd name="T7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73">
                  <a:moveTo>
                    <a:pt x="0" y="73"/>
                  </a:moveTo>
                  <a:cubicBezTo>
                    <a:pt x="0" y="37"/>
                    <a:pt x="25" y="0"/>
                    <a:pt x="53" y="0"/>
                  </a:cubicBezTo>
                  <a:cubicBezTo>
                    <a:pt x="53" y="65"/>
                    <a:pt x="53" y="65"/>
                    <a:pt x="53" y="65"/>
                  </a:cubicBezTo>
                  <a:lnTo>
                    <a:pt x="0" y="73"/>
                  </a:lnTo>
                  <a:close/>
                </a:path>
              </a:pathLst>
            </a:custGeom>
            <a:solidFill>
              <a:srgbClr val="505150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3" name="Freeform 80">
              <a:extLst>
                <a:ext uri="{FF2B5EF4-FFF2-40B4-BE49-F238E27FC236}">
                  <a16:creationId xmlns:a16="http://schemas.microsoft.com/office/drawing/2014/main" id="{58153F00-4DD7-1C93-4651-D1C6C9D02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4326" y="3389313"/>
              <a:ext cx="3379788" cy="496888"/>
            </a:xfrm>
            <a:custGeom>
              <a:avLst/>
              <a:gdLst>
                <a:gd name="T0" fmla="*/ 0 w 300"/>
                <a:gd name="T1" fmla="*/ 26 h 44"/>
                <a:gd name="T2" fmla="*/ 172 w 300"/>
                <a:gd name="T3" fmla="*/ 44 h 44"/>
                <a:gd name="T4" fmla="*/ 300 w 300"/>
                <a:gd name="T5" fmla="*/ 35 h 44"/>
                <a:gd name="T6" fmla="*/ 173 w 300"/>
                <a:gd name="T7" fmla="*/ 0 h 44"/>
                <a:gd name="T8" fmla="*/ 0 w 300"/>
                <a:gd name="T9" fmla="*/ 2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44">
                  <a:moveTo>
                    <a:pt x="0" y="26"/>
                  </a:moveTo>
                  <a:cubicBezTo>
                    <a:pt x="34" y="37"/>
                    <a:pt x="98" y="44"/>
                    <a:pt x="172" y="44"/>
                  </a:cubicBezTo>
                  <a:cubicBezTo>
                    <a:pt x="221" y="44"/>
                    <a:pt x="266" y="41"/>
                    <a:pt x="300" y="35"/>
                  </a:cubicBezTo>
                  <a:cubicBezTo>
                    <a:pt x="173" y="0"/>
                    <a:pt x="173" y="0"/>
                    <a:pt x="173" y="0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4" name="Freeform 81">
              <a:extLst>
                <a:ext uri="{FF2B5EF4-FFF2-40B4-BE49-F238E27FC236}">
                  <a16:creationId xmlns:a16="http://schemas.microsoft.com/office/drawing/2014/main" id="{3293C08A-DAF9-34BC-9870-47FFA4CD2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5176" y="3389313"/>
              <a:ext cx="2601913" cy="384175"/>
            </a:xfrm>
            <a:custGeom>
              <a:avLst/>
              <a:gdLst>
                <a:gd name="T0" fmla="*/ 0 w 231"/>
                <a:gd name="T1" fmla="*/ 20 h 34"/>
                <a:gd name="T2" fmla="*/ 132 w 231"/>
                <a:gd name="T3" fmla="*/ 34 h 34"/>
                <a:gd name="T4" fmla="*/ 231 w 231"/>
                <a:gd name="T5" fmla="*/ 27 h 34"/>
                <a:gd name="T6" fmla="*/ 133 w 231"/>
                <a:gd name="T7" fmla="*/ 0 h 34"/>
                <a:gd name="T8" fmla="*/ 0 w 231"/>
                <a:gd name="T9" fmla="*/ 2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34">
                  <a:moveTo>
                    <a:pt x="0" y="20"/>
                  </a:moveTo>
                  <a:cubicBezTo>
                    <a:pt x="27" y="28"/>
                    <a:pt x="76" y="34"/>
                    <a:pt x="132" y="34"/>
                  </a:cubicBezTo>
                  <a:cubicBezTo>
                    <a:pt x="170" y="34"/>
                    <a:pt x="204" y="31"/>
                    <a:pt x="231" y="27"/>
                  </a:cubicBezTo>
                  <a:cubicBezTo>
                    <a:pt x="133" y="0"/>
                    <a:pt x="133" y="0"/>
                    <a:pt x="133" y="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5" name="Freeform 83">
              <a:extLst>
                <a:ext uri="{FF2B5EF4-FFF2-40B4-BE49-F238E27FC236}">
                  <a16:creationId xmlns:a16="http://schemas.microsoft.com/office/drawing/2014/main" id="{27A12C14-A8D7-EE52-F4DF-EAE737AF4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6026" y="3389313"/>
              <a:ext cx="1812925" cy="260350"/>
            </a:xfrm>
            <a:custGeom>
              <a:avLst/>
              <a:gdLst>
                <a:gd name="T0" fmla="*/ 161 w 161"/>
                <a:gd name="T1" fmla="*/ 19 h 23"/>
                <a:gd name="T2" fmla="*/ 92 w 161"/>
                <a:gd name="T3" fmla="*/ 23 h 23"/>
                <a:gd name="T4" fmla="*/ 0 w 161"/>
                <a:gd name="T5" fmla="*/ 14 h 23"/>
                <a:gd name="T6" fmla="*/ 93 w 161"/>
                <a:gd name="T7" fmla="*/ 0 h 23"/>
                <a:gd name="T8" fmla="*/ 161 w 161"/>
                <a:gd name="T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23">
                  <a:moveTo>
                    <a:pt x="161" y="19"/>
                  </a:moveTo>
                  <a:cubicBezTo>
                    <a:pt x="142" y="21"/>
                    <a:pt x="118" y="23"/>
                    <a:pt x="92" y="23"/>
                  </a:cubicBezTo>
                  <a:cubicBezTo>
                    <a:pt x="54" y="23"/>
                    <a:pt x="20" y="19"/>
                    <a:pt x="0" y="14"/>
                  </a:cubicBezTo>
                  <a:cubicBezTo>
                    <a:pt x="93" y="0"/>
                    <a:pt x="93" y="0"/>
                    <a:pt x="93" y="0"/>
                  </a:cubicBezTo>
                  <a:lnTo>
                    <a:pt x="161" y="19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6" name="Freeform 84">
              <a:extLst>
                <a:ext uri="{FF2B5EF4-FFF2-40B4-BE49-F238E27FC236}">
                  <a16:creationId xmlns:a16="http://schemas.microsoft.com/office/drawing/2014/main" id="{F4C02B1A-A234-32A9-F5F2-4BA65E291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6876" y="3389313"/>
              <a:ext cx="1023938" cy="146050"/>
            </a:xfrm>
            <a:custGeom>
              <a:avLst/>
              <a:gdLst>
                <a:gd name="T0" fmla="*/ 0 w 91"/>
                <a:gd name="T1" fmla="*/ 8 h 13"/>
                <a:gd name="T2" fmla="*/ 53 w 91"/>
                <a:gd name="T3" fmla="*/ 13 h 13"/>
                <a:gd name="T4" fmla="*/ 91 w 91"/>
                <a:gd name="T5" fmla="*/ 10 h 13"/>
                <a:gd name="T6" fmla="*/ 53 w 91"/>
                <a:gd name="T7" fmla="*/ 0 h 13"/>
                <a:gd name="T8" fmla="*/ 0 w 91"/>
                <a:gd name="T9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3">
                  <a:moveTo>
                    <a:pt x="0" y="8"/>
                  </a:moveTo>
                  <a:cubicBezTo>
                    <a:pt x="13" y="11"/>
                    <a:pt x="32" y="13"/>
                    <a:pt x="53" y="13"/>
                  </a:cubicBezTo>
                  <a:cubicBezTo>
                    <a:pt x="67" y="13"/>
                    <a:pt x="80" y="12"/>
                    <a:pt x="91" y="10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DDDEDD">
                <a:lumMod val="50000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7" name="Freeform 85">
              <a:extLst>
                <a:ext uri="{FF2B5EF4-FFF2-40B4-BE49-F238E27FC236}">
                  <a16:creationId xmlns:a16="http://schemas.microsoft.com/office/drawing/2014/main" id="{0D5D8286-9F9B-719E-9D1D-DCE50CBF9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3776" y="1190625"/>
              <a:ext cx="1430338" cy="2593975"/>
            </a:xfrm>
            <a:custGeom>
              <a:avLst/>
              <a:gdLst>
                <a:gd name="T0" fmla="*/ 0 w 127"/>
                <a:gd name="T1" fmla="*/ 0 h 230"/>
                <a:gd name="T2" fmla="*/ 127 w 127"/>
                <a:gd name="T3" fmla="*/ 230 h 230"/>
                <a:gd name="T4" fmla="*/ 0 w 127"/>
                <a:gd name="T5" fmla="*/ 195 h 230"/>
                <a:gd name="T6" fmla="*/ 0 w 127"/>
                <a:gd name="T7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230">
                  <a:moveTo>
                    <a:pt x="0" y="0"/>
                  </a:moveTo>
                  <a:cubicBezTo>
                    <a:pt x="67" y="0"/>
                    <a:pt x="127" y="120"/>
                    <a:pt x="127" y="230"/>
                  </a:cubicBezTo>
                  <a:cubicBezTo>
                    <a:pt x="0" y="195"/>
                    <a:pt x="0" y="195"/>
                    <a:pt x="0" y="19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8" name="Freeform 86">
              <a:extLst>
                <a:ext uri="{FF2B5EF4-FFF2-40B4-BE49-F238E27FC236}">
                  <a16:creationId xmlns:a16="http://schemas.microsoft.com/office/drawing/2014/main" id="{A799D34D-2EEB-79A5-17D3-6EAAD6F2A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3776" y="1674813"/>
              <a:ext cx="1103313" cy="2019300"/>
            </a:xfrm>
            <a:custGeom>
              <a:avLst/>
              <a:gdLst>
                <a:gd name="T0" fmla="*/ 0 w 98"/>
                <a:gd name="T1" fmla="*/ 0 h 179"/>
                <a:gd name="T2" fmla="*/ 98 w 98"/>
                <a:gd name="T3" fmla="*/ 179 h 179"/>
                <a:gd name="T4" fmla="*/ 0 w 98"/>
                <a:gd name="T5" fmla="*/ 152 h 179"/>
                <a:gd name="T6" fmla="*/ 0 w 98"/>
                <a:gd name="T7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79">
                  <a:moveTo>
                    <a:pt x="0" y="0"/>
                  </a:moveTo>
                  <a:cubicBezTo>
                    <a:pt x="52" y="0"/>
                    <a:pt x="98" y="94"/>
                    <a:pt x="98" y="179"/>
                  </a:cubicBezTo>
                  <a:cubicBezTo>
                    <a:pt x="0" y="152"/>
                    <a:pt x="0" y="152"/>
                    <a:pt x="0" y="15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9" name="Freeform 87">
              <a:extLst>
                <a:ext uri="{FF2B5EF4-FFF2-40B4-BE49-F238E27FC236}">
                  <a16:creationId xmlns:a16="http://schemas.microsoft.com/office/drawing/2014/main" id="{5F67C680-10D2-41CC-11DB-B96400A26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3775" y="2171699"/>
              <a:ext cx="765175" cy="1431926"/>
            </a:xfrm>
            <a:custGeom>
              <a:avLst/>
              <a:gdLst>
                <a:gd name="T0" fmla="*/ 0 w 68"/>
                <a:gd name="T1" fmla="*/ 0 h 127"/>
                <a:gd name="T2" fmla="*/ 68 w 68"/>
                <a:gd name="T3" fmla="*/ 127 h 127"/>
                <a:gd name="T4" fmla="*/ 0 w 68"/>
                <a:gd name="T5" fmla="*/ 108 h 127"/>
                <a:gd name="T6" fmla="*/ 0 w 68"/>
                <a:gd name="T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27">
                  <a:moveTo>
                    <a:pt x="0" y="0"/>
                  </a:moveTo>
                  <a:cubicBezTo>
                    <a:pt x="36" y="0"/>
                    <a:pt x="68" y="66"/>
                    <a:pt x="68" y="127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78786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20" name="Freeform 88">
              <a:extLst>
                <a:ext uri="{FF2B5EF4-FFF2-40B4-BE49-F238E27FC236}">
                  <a16:creationId xmlns:a16="http://schemas.microsoft.com/office/drawing/2014/main" id="{54393D1D-FBC2-C4A9-57DF-0DD1DB302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3776" y="2655888"/>
              <a:ext cx="427038" cy="846138"/>
            </a:xfrm>
            <a:custGeom>
              <a:avLst/>
              <a:gdLst>
                <a:gd name="T0" fmla="*/ 0 w 38"/>
                <a:gd name="T1" fmla="*/ 0 h 75"/>
                <a:gd name="T2" fmla="*/ 38 w 38"/>
                <a:gd name="T3" fmla="*/ 75 h 75"/>
                <a:gd name="T4" fmla="*/ 0 w 38"/>
                <a:gd name="T5" fmla="*/ 65 h 75"/>
                <a:gd name="T6" fmla="*/ 0 w 38"/>
                <a:gd name="T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75">
                  <a:moveTo>
                    <a:pt x="0" y="0"/>
                  </a:moveTo>
                  <a:cubicBezTo>
                    <a:pt x="21" y="0"/>
                    <a:pt x="38" y="40"/>
                    <a:pt x="38" y="75"/>
                  </a:cubicBezTo>
                  <a:cubicBezTo>
                    <a:pt x="0" y="65"/>
                    <a:pt x="0" y="65"/>
                    <a:pt x="0" y="6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05150">
                <a:lumMod val="75000"/>
              </a:srgb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41313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46BD3290-7795-51CC-4B09-9E919F52BB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21" name="Marcador de texto 37">
            <a:extLst>
              <a:ext uri="{FF2B5EF4-FFF2-40B4-BE49-F238E27FC236}">
                <a16:creationId xmlns:a16="http://schemas.microsoft.com/office/drawing/2014/main" id="{8375BA07-528A-8247-ACDD-68DB71D462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88561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1111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1111">
                                          <p:cBhvr additive="base">
                                            <p:cTn id="7" dur="9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1111">
                                          <p:cBhvr additive="base">
                                            <p:cTn id="8" dur="9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9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9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3">
            <a:extLst>
              <a:ext uri="{FF2B5EF4-FFF2-40B4-BE49-F238E27FC236}">
                <a16:creationId xmlns:a16="http://schemas.microsoft.com/office/drawing/2014/main" id="{E33D1E24-8938-A174-E9F6-0F95EEA666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5420" y="1636713"/>
            <a:ext cx="1255712" cy="1255712"/>
          </a:xfrm>
        </p:spPr>
        <p:txBody>
          <a:bodyPr/>
          <a:lstStyle/>
          <a:p>
            <a:endParaRPr lang="es-ES_tradnl"/>
          </a:p>
        </p:txBody>
      </p:sp>
      <p:sp>
        <p:nvSpPr>
          <p:cNvPr id="17" name="Marcador de texto 37">
            <a:extLst>
              <a:ext uri="{FF2B5EF4-FFF2-40B4-BE49-F238E27FC236}">
                <a16:creationId xmlns:a16="http://schemas.microsoft.com/office/drawing/2014/main" id="{38E6D711-D7E8-27CA-6D16-AED9214D30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420" y="3363838"/>
            <a:ext cx="1910316" cy="14534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19" name="Marcador de texto 37">
            <a:extLst>
              <a:ext uri="{FF2B5EF4-FFF2-40B4-BE49-F238E27FC236}">
                <a16:creationId xmlns:a16="http://schemas.microsoft.com/office/drawing/2014/main" id="{0369555A-DA0D-A44A-0DC3-AFC39AEBD8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420" y="2986961"/>
            <a:ext cx="2126340" cy="304869"/>
          </a:xfr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4" name="Marcador de posición de imagen 13">
            <a:extLst>
              <a:ext uri="{FF2B5EF4-FFF2-40B4-BE49-F238E27FC236}">
                <a16:creationId xmlns:a16="http://schemas.microsoft.com/office/drawing/2014/main" id="{D03D1941-523B-591D-3A8E-FCA1EC23CE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40132" y="1636713"/>
            <a:ext cx="1255712" cy="1255712"/>
          </a:xfrm>
        </p:spPr>
        <p:txBody>
          <a:bodyPr/>
          <a:lstStyle/>
          <a:p>
            <a:endParaRPr lang="es-ES_tradnl"/>
          </a:p>
        </p:txBody>
      </p:sp>
      <p:sp>
        <p:nvSpPr>
          <p:cNvPr id="25" name="Marcador de texto 37">
            <a:extLst>
              <a:ext uri="{FF2B5EF4-FFF2-40B4-BE49-F238E27FC236}">
                <a16:creationId xmlns:a16="http://schemas.microsoft.com/office/drawing/2014/main" id="{B7E4BE35-02A7-BDCE-D938-1248D6A681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0132" y="3363838"/>
            <a:ext cx="1910316" cy="14534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26" name="Marcador de texto 37">
            <a:extLst>
              <a:ext uri="{FF2B5EF4-FFF2-40B4-BE49-F238E27FC236}">
                <a16:creationId xmlns:a16="http://schemas.microsoft.com/office/drawing/2014/main" id="{183E535D-90B0-3FB9-6374-EE1CA9A5DB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40132" y="2986961"/>
            <a:ext cx="2126340" cy="304869"/>
          </a:xfr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0" name="Marcador de posición de imagen 13">
            <a:extLst>
              <a:ext uri="{FF2B5EF4-FFF2-40B4-BE49-F238E27FC236}">
                <a16:creationId xmlns:a16="http://schemas.microsoft.com/office/drawing/2014/main" id="{2912B7BC-169B-FAD9-C6A4-DE76F6FB66D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994845" y="1636713"/>
            <a:ext cx="1255712" cy="1255712"/>
          </a:xfrm>
        </p:spPr>
        <p:txBody>
          <a:bodyPr/>
          <a:lstStyle/>
          <a:p>
            <a:endParaRPr lang="es-ES_tradnl"/>
          </a:p>
        </p:txBody>
      </p:sp>
      <p:sp>
        <p:nvSpPr>
          <p:cNvPr id="31" name="Marcador de texto 37">
            <a:extLst>
              <a:ext uri="{FF2B5EF4-FFF2-40B4-BE49-F238E27FC236}">
                <a16:creationId xmlns:a16="http://schemas.microsoft.com/office/drawing/2014/main" id="{ED6FFE94-3584-F945-FC01-22F875DFE8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4845" y="3363838"/>
            <a:ext cx="1910316" cy="14534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32" name="Marcador de texto 37">
            <a:extLst>
              <a:ext uri="{FF2B5EF4-FFF2-40B4-BE49-F238E27FC236}">
                <a16:creationId xmlns:a16="http://schemas.microsoft.com/office/drawing/2014/main" id="{B6EAFE11-E231-A078-F940-6839F2BD6B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4845" y="2986961"/>
            <a:ext cx="2126340" cy="304869"/>
          </a:xfr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2D828B3A-4290-9207-8DF5-03F090D591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65225092-C1FF-E165-A195-7710BE251C4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406482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3">
            <a:extLst>
              <a:ext uri="{FF2B5EF4-FFF2-40B4-BE49-F238E27FC236}">
                <a16:creationId xmlns:a16="http://schemas.microsoft.com/office/drawing/2014/main" id="{E33D1E24-8938-A174-E9F6-0F95EEA666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5420" y="1636713"/>
            <a:ext cx="1171027" cy="1171027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17" name="Marcador de texto 37">
            <a:extLst>
              <a:ext uri="{FF2B5EF4-FFF2-40B4-BE49-F238E27FC236}">
                <a16:creationId xmlns:a16="http://schemas.microsoft.com/office/drawing/2014/main" id="{38E6D711-D7E8-27CA-6D16-AED9214D30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420" y="3291830"/>
            <a:ext cx="1910316" cy="14534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19" name="Marcador de texto 37">
            <a:extLst>
              <a:ext uri="{FF2B5EF4-FFF2-40B4-BE49-F238E27FC236}">
                <a16:creationId xmlns:a16="http://schemas.microsoft.com/office/drawing/2014/main" id="{0369555A-DA0D-A44A-0DC3-AFC39AEBD8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420" y="2914953"/>
            <a:ext cx="2126340" cy="304869"/>
          </a:xfr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4" name="Marcador de posición de imagen 13">
            <a:extLst>
              <a:ext uri="{FF2B5EF4-FFF2-40B4-BE49-F238E27FC236}">
                <a16:creationId xmlns:a16="http://schemas.microsoft.com/office/drawing/2014/main" id="{D03D1941-523B-591D-3A8E-FCA1EC23CE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82365" y="1636713"/>
            <a:ext cx="1171027" cy="1171027"/>
          </a:xfrm>
        </p:spPr>
        <p:txBody>
          <a:bodyPr/>
          <a:lstStyle/>
          <a:p>
            <a:endParaRPr lang="es-ES_tradnl"/>
          </a:p>
        </p:txBody>
      </p:sp>
      <p:sp>
        <p:nvSpPr>
          <p:cNvPr id="25" name="Marcador de texto 37">
            <a:extLst>
              <a:ext uri="{FF2B5EF4-FFF2-40B4-BE49-F238E27FC236}">
                <a16:creationId xmlns:a16="http://schemas.microsoft.com/office/drawing/2014/main" id="{B7E4BE35-02A7-BDCE-D938-1248D6A681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82365" y="3291830"/>
            <a:ext cx="1910316" cy="14534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26" name="Marcador de texto 37">
            <a:extLst>
              <a:ext uri="{FF2B5EF4-FFF2-40B4-BE49-F238E27FC236}">
                <a16:creationId xmlns:a16="http://schemas.microsoft.com/office/drawing/2014/main" id="{183E535D-90B0-3FB9-6374-EE1CA9A5DB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82365" y="2914953"/>
            <a:ext cx="2126340" cy="304869"/>
          </a:xfr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0" name="Marcador de posición de imagen 13">
            <a:extLst>
              <a:ext uri="{FF2B5EF4-FFF2-40B4-BE49-F238E27FC236}">
                <a16:creationId xmlns:a16="http://schemas.microsoft.com/office/drawing/2014/main" id="{2912B7BC-169B-FAD9-C6A4-DE76F6FB66D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79310" y="1636713"/>
            <a:ext cx="1171027" cy="1171027"/>
          </a:xfrm>
        </p:spPr>
        <p:txBody>
          <a:bodyPr/>
          <a:lstStyle/>
          <a:p>
            <a:endParaRPr lang="es-ES_tradnl"/>
          </a:p>
        </p:txBody>
      </p:sp>
      <p:sp>
        <p:nvSpPr>
          <p:cNvPr id="31" name="Marcador de texto 37">
            <a:extLst>
              <a:ext uri="{FF2B5EF4-FFF2-40B4-BE49-F238E27FC236}">
                <a16:creationId xmlns:a16="http://schemas.microsoft.com/office/drawing/2014/main" id="{ED6FFE94-3584-F945-FC01-22F875DFE8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79310" y="3291830"/>
            <a:ext cx="1910316" cy="14534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32" name="Marcador de texto 37">
            <a:extLst>
              <a:ext uri="{FF2B5EF4-FFF2-40B4-BE49-F238E27FC236}">
                <a16:creationId xmlns:a16="http://schemas.microsoft.com/office/drawing/2014/main" id="{B6EAFE11-E231-A078-F940-6839F2BD6B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79310" y="2914953"/>
            <a:ext cx="2126340" cy="304869"/>
          </a:xfr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" name="Marcador de posición de imagen 13">
            <a:extLst>
              <a:ext uri="{FF2B5EF4-FFF2-40B4-BE49-F238E27FC236}">
                <a16:creationId xmlns:a16="http://schemas.microsoft.com/office/drawing/2014/main" id="{027AFE1A-0403-690A-9A87-665C0D7F08C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76256" y="1636713"/>
            <a:ext cx="1171027" cy="1171027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Marcador de texto 37">
            <a:extLst>
              <a:ext uri="{FF2B5EF4-FFF2-40B4-BE49-F238E27FC236}">
                <a16:creationId xmlns:a16="http://schemas.microsoft.com/office/drawing/2014/main" id="{8F4CE519-4700-FCE5-1AF0-A14F093B7F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6256" y="3291830"/>
            <a:ext cx="1910316" cy="145346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 err="1"/>
              <a:t>Aenean</a:t>
            </a:r>
            <a:r>
              <a:rPr lang="es-ES" dirty="0"/>
              <a:t> commodo </a:t>
            </a:r>
            <a:r>
              <a:rPr lang="es-ES" dirty="0" err="1"/>
              <a:t>ligula</a:t>
            </a:r>
            <a:r>
              <a:rPr lang="es-ES" dirty="0"/>
              <a:t> </a:t>
            </a:r>
            <a:r>
              <a:rPr lang="es-ES" dirty="0" err="1"/>
              <a:t>eget</a:t>
            </a:r>
            <a:r>
              <a:rPr lang="es-ES" dirty="0"/>
              <a:t> dolor. </a:t>
            </a:r>
            <a:br>
              <a:rPr lang="es-ES" dirty="0"/>
            </a:br>
            <a:r>
              <a:rPr lang="es-ES" dirty="0"/>
              <a:t>Cum </a:t>
            </a:r>
            <a:r>
              <a:rPr lang="es-ES" dirty="0" err="1"/>
              <a:t>sociis</a:t>
            </a:r>
            <a:r>
              <a:rPr lang="es-ES" dirty="0"/>
              <a:t> </a:t>
            </a:r>
            <a:r>
              <a:rPr lang="es-ES" dirty="0" err="1"/>
              <a:t>natoque</a:t>
            </a:r>
            <a:r>
              <a:rPr lang="es-ES" dirty="0"/>
              <a:t> </a:t>
            </a:r>
            <a:r>
              <a:rPr lang="es-ES" dirty="0" err="1"/>
              <a:t>penatibus</a:t>
            </a:r>
            <a:r>
              <a:rPr lang="es-ES" dirty="0"/>
              <a:t> et </a:t>
            </a:r>
            <a:r>
              <a:rPr lang="es-ES" dirty="0" err="1"/>
              <a:t>magnis</a:t>
            </a:r>
            <a:r>
              <a:rPr lang="es-ES" dirty="0"/>
              <a:t> </a:t>
            </a:r>
            <a:r>
              <a:rPr lang="es-ES" dirty="0" err="1"/>
              <a:t>dis</a:t>
            </a:r>
            <a:r>
              <a:rPr lang="es-ES" dirty="0"/>
              <a:t> </a:t>
            </a:r>
            <a:r>
              <a:rPr lang="es-ES" dirty="0" err="1"/>
              <a:t>parturient</a:t>
            </a:r>
            <a:r>
              <a:rPr lang="es-ES" dirty="0"/>
              <a:t> montes, </a:t>
            </a:r>
            <a:r>
              <a:rPr lang="es-ES" dirty="0" err="1"/>
              <a:t>nascetur</a:t>
            </a:r>
            <a:r>
              <a:rPr lang="es-ES" dirty="0"/>
              <a:t> </a:t>
            </a:r>
            <a:r>
              <a:rPr lang="es-ES" dirty="0" err="1"/>
              <a:t>ridiculus</a:t>
            </a:r>
            <a:r>
              <a:rPr lang="es-ES" dirty="0"/>
              <a:t> mus.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5E53D552-7E40-8C1F-1105-A8978DACAB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6256" y="2914953"/>
            <a:ext cx="2126340" cy="304869"/>
          </a:xfrm>
        </p:spPr>
        <p:txBody>
          <a:bodyPr>
            <a:noAutofit/>
          </a:bodyPr>
          <a:lstStyle>
            <a:lvl1pPr>
              <a:defRPr sz="1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CFEAA599-D52D-F175-E3B5-E19652C330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8" name="Marcador de texto 37">
            <a:extLst>
              <a:ext uri="{FF2B5EF4-FFF2-40B4-BE49-F238E27FC236}">
                <a16:creationId xmlns:a16="http://schemas.microsoft.com/office/drawing/2014/main" id="{A0E13728-8255-88C2-1DCE-13196B5A02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795032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439324"/>
            <a:ext cx="365760" cy="34163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4114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162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175028" y="2567336"/>
            <a:ext cx="8820000" cy="34163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4114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162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936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.NF">
    <p:bg>
      <p:bgPr>
        <a:solidFill>
          <a:schemeClr val="accent4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4732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97477"/>
            <a:ext cx="1828800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7000" y="1597477"/>
            <a:ext cx="1828800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8200" y="1597477"/>
            <a:ext cx="1828800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9400" y="1597477"/>
            <a:ext cx="1828800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85800" y="2807205"/>
            <a:ext cx="1831086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2666238" y="2807205"/>
            <a:ext cx="1831086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4646676" y="2807205"/>
            <a:ext cx="1831086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627114" y="2807205"/>
            <a:ext cx="1831086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85800" y="3502582"/>
            <a:ext cx="1831086" cy="128516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945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2666238" y="3502582"/>
            <a:ext cx="1831086" cy="1285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4646676" y="3502582"/>
            <a:ext cx="1831086" cy="1285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2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6627114" y="3502582"/>
            <a:ext cx="1831086" cy="1285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5A0162F1-86B5-D1F0-A9B7-FD654A5A7E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8F419F4B-2244-8BC4-557A-228E17690FE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41970617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69627"/>
            <a:ext cx="2496312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569627"/>
            <a:ext cx="2496312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85800" y="2779355"/>
            <a:ext cx="2496312" cy="566950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3323844" y="2779355"/>
            <a:ext cx="2496312" cy="566950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85800" y="3474732"/>
            <a:ext cx="2496312" cy="131301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40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3319648" y="3474732"/>
            <a:ext cx="2496312" cy="131301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40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EB32E0AE-5B88-9AE0-A0E0-71DDCDE8B46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62112" y="1569627"/>
            <a:ext cx="2496312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FABAFB-48B9-B4A0-DEFF-47DD69391FC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62112" y="2779355"/>
            <a:ext cx="2496312" cy="566950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1156E74-95A2-4319-0439-E009C1DD00A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5957916" y="3474732"/>
            <a:ext cx="2496312" cy="131301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40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Marcador de texto 37">
            <a:extLst>
              <a:ext uri="{FF2B5EF4-FFF2-40B4-BE49-F238E27FC236}">
                <a16:creationId xmlns:a16="http://schemas.microsoft.com/office/drawing/2014/main" id="{106F3F16-5680-939A-47C9-53690F09E2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7" name="Marcador de texto 37">
            <a:extLst>
              <a:ext uri="{FF2B5EF4-FFF2-40B4-BE49-F238E27FC236}">
                <a16:creationId xmlns:a16="http://schemas.microsoft.com/office/drawing/2014/main" id="{AA5D97D3-56FB-537C-95C6-D9E3C1CBEA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96144045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69627"/>
            <a:ext cx="2496312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569627"/>
            <a:ext cx="2496312" cy="17766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85800" y="2779355"/>
            <a:ext cx="2496312" cy="566950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3323844" y="2779355"/>
            <a:ext cx="2496312" cy="566950"/>
          </a:xfrm>
          <a:prstGeom prst="rect">
            <a:avLst/>
          </a:prstGeom>
          <a:solidFill>
            <a:schemeClr val="accent2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85800" y="3474732"/>
            <a:ext cx="2496312" cy="131301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40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sz="quarter" idx="25" hasCustomPrompt="1"/>
          </p:nvPr>
        </p:nvSpPr>
        <p:spPr>
          <a:xfrm>
            <a:off x="3319648" y="3474732"/>
            <a:ext cx="2496312" cy="131301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40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E5220A7-C208-5D04-AD37-EDF0AE78096F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5990613" y="1567751"/>
            <a:ext cx="2496312" cy="3218124"/>
          </a:xfrm>
        </p:spPr>
        <p:txBody>
          <a:bodyPr/>
          <a:lstStyle/>
          <a:p>
            <a:pPr lvl="1"/>
            <a:endParaRPr lang="es-ES_tradnl" dirty="0"/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0370EAFF-E1EB-77E5-32FC-3232619DB8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4" name="Marcador de texto 37">
            <a:extLst>
              <a:ext uri="{FF2B5EF4-FFF2-40B4-BE49-F238E27FC236}">
                <a16:creationId xmlns:a16="http://schemas.microsoft.com/office/drawing/2014/main" id="{9D3FE65A-F1F7-61E1-43F1-B22C2CF4C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413853798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63063"/>
            <a:ext cx="3814192" cy="17608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563063"/>
            <a:ext cx="3814192" cy="17608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85800" y="2756915"/>
            <a:ext cx="3813048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4645152" y="2756915"/>
            <a:ext cx="3813048" cy="566950"/>
          </a:xfrm>
          <a:prstGeom prst="rect">
            <a:avLst/>
          </a:prstGeom>
          <a:solidFill>
            <a:srgbClr val="FF0000"/>
          </a:solidFill>
        </p:spPr>
        <p:txBody>
          <a:bodyPr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85800" y="3452292"/>
            <a:ext cx="3813048" cy="127730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18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645152" y="3452292"/>
            <a:ext cx="3813048" cy="127730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None/>
              <a:defRPr sz="1418"/>
            </a:lvl1pPr>
            <a:lvl2pPr marL="115729" indent="-115729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3"/>
              </a:buClr>
              <a:buFont typeface="Courier New"/>
              <a:buChar char="o"/>
              <a:defRPr sz="945"/>
            </a:lvl3pPr>
            <a:lvl4pPr marL="347187" indent="-115729">
              <a:buClr>
                <a:schemeClr val="accent3"/>
              </a:buClr>
              <a:defRPr sz="945"/>
            </a:lvl4pPr>
            <a:lvl5pPr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Marcador de texto 37">
            <a:extLst>
              <a:ext uri="{FF2B5EF4-FFF2-40B4-BE49-F238E27FC236}">
                <a16:creationId xmlns:a16="http://schemas.microsoft.com/office/drawing/2014/main" id="{66015ACA-3128-AAEE-7EBB-6F13A69584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3" name="Marcador de texto 37">
            <a:extLst>
              <a:ext uri="{FF2B5EF4-FFF2-40B4-BE49-F238E27FC236}">
                <a16:creationId xmlns:a16="http://schemas.microsoft.com/office/drawing/2014/main" id="{AC6B2333-A9E5-DD68-8BF4-5057A6D4D4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41254035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76560" y="1377032"/>
            <a:ext cx="5186024" cy="33558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940103" y="1377032"/>
            <a:ext cx="2463479" cy="1389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5940840" y="2199670"/>
            <a:ext cx="2462740" cy="566950"/>
          </a:xfrm>
          <a:prstGeom prst="rect">
            <a:avLst/>
          </a:prstGeom>
          <a:solidFill>
            <a:srgbClr val="FF0000"/>
          </a:solidFill>
        </p:spPr>
        <p:txBody>
          <a:bodyPr wrap="square" lIns="182880" tIns="91440" rIns="182880" bIns="91440" anchor="b" anchorCtr="0">
            <a:sp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945">
                <a:solidFill>
                  <a:srgbClr val="FFFFFF"/>
                </a:solidFill>
              </a:defRPr>
            </a:lvl2pPr>
            <a:lvl3pPr marL="231458" indent="-115729">
              <a:defRPr sz="945">
                <a:solidFill>
                  <a:srgbClr val="FFFFFF"/>
                </a:solidFill>
              </a:defRPr>
            </a:lvl3pPr>
            <a:lvl4pPr marL="347187" indent="-115729">
              <a:defRPr sz="945">
                <a:solidFill>
                  <a:srgbClr val="FFFFFF"/>
                </a:solidFill>
              </a:defRPr>
            </a:lvl4pPr>
            <a:lvl5pPr marL="501492" indent="-154305">
              <a:defRPr sz="945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5940840" y="2879269"/>
            <a:ext cx="2462740" cy="18865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18"/>
            </a:lvl1pPr>
            <a:lvl2pPr marL="115729" indent="-115729">
              <a:buClr>
                <a:schemeClr val="accent4"/>
              </a:buClr>
              <a:buFont typeface="Arial" panose="020B0604020202020204" pitchFamily="34" charset="0"/>
              <a:buChar char="•"/>
              <a:defRPr sz="945"/>
            </a:lvl2pPr>
            <a:lvl3pPr marL="231458" indent="-115729">
              <a:buClr>
                <a:schemeClr val="accent4"/>
              </a:buClr>
              <a:defRPr sz="945"/>
            </a:lvl3pPr>
            <a:lvl4pPr marL="347187" indent="-115729">
              <a:buClr>
                <a:schemeClr val="accent4"/>
              </a:buClr>
              <a:defRPr sz="945"/>
            </a:lvl4pPr>
            <a:lvl5pPr marL="1645920" indent="0">
              <a:buClr>
                <a:schemeClr val="accent4"/>
              </a:buClr>
              <a:buNone/>
              <a:defRPr sz="945"/>
            </a:lvl5pPr>
          </a:lstStyle>
          <a:p>
            <a:pPr lvl="0"/>
            <a:r>
              <a:rPr lang="en-US" dirty="0"/>
              <a:t>Text 16pt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48E19397-7B89-37AC-AF74-9FC17EDECF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03BA4FB1-0FEB-0970-D16D-8B5F2652E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22649379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723362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51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228439" y="1723361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612783" y="1723362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3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3409680" y="1723361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4794025" y="1723362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5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5590924" y="1723361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975267" y="1723362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7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7772166" y="1723361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285868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228439" y="2858680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612783" y="285868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1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3409680" y="2858680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4794025" y="285868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3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5590924" y="2858680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4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6975267" y="285868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5" name="Content Placeholder 13"/>
          <p:cNvSpPr>
            <a:spLocks noGrp="1"/>
          </p:cNvSpPr>
          <p:nvPr>
            <p:ph sz="quarter" idx="32" hasCustomPrompt="1"/>
          </p:nvPr>
        </p:nvSpPr>
        <p:spPr>
          <a:xfrm>
            <a:off x="7772166" y="2858680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6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431540" y="3993998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7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228439" y="3993997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2612783" y="3993998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69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3409680" y="3993997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4794025" y="3993998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71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5590924" y="3993997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2" name="Picture Placeholder 3"/>
          <p:cNvSpPr>
            <a:spLocks noGrp="1"/>
          </p:cNvSpPr>
          <p:nvPr>
            <p:ph type="pic" sz="quarter" idx="39"/>
          </p:nvPr>
        </p:nvSpPr>
        <p:spPr>
          <a:xfrm>
            <a:off x="6975267" y="3993998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73" name="Content Placeholder 13"/>
          <p:cNvSpPr>
            <a:spLocks noGrp="1"/>
          </p:cNvSpPr>
          <p:nvPr>
            <p:ph sz="quarter" idx="40" hasCustomPrompt="1"/>
          </p:nvPr>
        </p:nvSpPr>
        <p:spPr>
          <a:xfrm>
            <a:off x="7772166" y="3993997"/>
            <a:ext cx="1034421" cy="73380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000" i="0"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1000" i="0"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1000" i="0"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4B58AB68-2F5A-FDFA-49EB-3BEC88F08B9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B26808E7-E9F0-DA12-8C15-49AECBDF2F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59282588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31540" y="1707655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3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1228437" y="1707654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270244" y="1707655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5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069975" y="1707654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08947" y="1707654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6911512" y="1707654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431540" y="2842974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39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1228437" y="2842973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270244" y="2842974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7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4069975" y="2842973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108947" y="2842973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0" name="Content Placeholder 13"/>
          <p:cNvSpPr>
            <a:spLocks noGrp="1"/>
          </p:cNvSpPr>
          <p:nvPr>
            <p:ph sz="quarter" idx="30" hasCustomPrompt="1"/>
          </p:nvPr>
        </p:nvSpPr>
        <p:spPr>
          <a:xfrm>
            <a:off x="6911512" y="2842973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431540" y="397829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2" name="Content Placeholder 13"/>
          <p:cNvSpPr>
            <a:spLocks noGrp="1"/>
          </p:cNvSpPr>
          <p:nvPr>
            <p:ph sz="quarter" idx="34" hasCustomPrompt="1"/>
          </p:nvPr>
        </p:nvSpPr>
        <p:spPr>
          <a:xfrm>
            <a:off x="1228437" y="3978290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3270244" y="3978291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4" name="Content Placeholder 13"/>
          <p:cNvSpPr>
            <a:spLocks noGrp="1"/>
          </p:cNvSpPr>
          <p:nvPr>
            <p:ph sz="quarter" idx="36" hasCustomPrompt="1"/>
          </p:nvPr>
        </p:nvSpPr>
        <p:spPr>
          <a:xfrm>
            <a:off x="4069975" y="3978290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37"/>
          </p:nvPr>
        </p:nvSpPr>
        <p:spPr>
          <a:xfrm>
            <a:off x="6108947" y="3978290"/>
            <a:ext cx="685800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2"/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709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56" name="Content Placeholder 13"/>
          <p:cNvSpPr>
            <a:spLocks noGrp="1"/>
          </p:cNvSpPr>
          <p:nvPr>
            <p:ph sz="quarter" idx="38" hasCustomPrompt="1"/>
          </p:nvPr>
        </p:nvSpPr>
        <p:spPr>
          <a:xfrm>
            <a:off x="6911512" y="3978290"/>
            <a:ext cx="1735806" cy="73380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00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540"/>
              </a:spcAft>
              <a:buFont typeface="Arial" panose="020B0604020202020204" pitchFamily="34" charset="0"/>
              <a:buNone/>
              <a:defRPr sz="81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buNone/>
              <a:defRPr sz="81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347187" indent="-115729">
              <a:defRPr sz="810"/>
            </a:lvl4pPr>
            <a:lvl5pPr>
              <a:defRPr sz="810"/>
            </a:lvl5pPr>
          </a:lstStyle>
          <a:p>
            <a:pPr lvl="0"/>
            <a:r>
              <a:rPr lang="en-US" dirty="0"/>
              <a:t>Text 10pt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A085B833-7407-698E-3817-972E25F6D1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BC3AB2D8-74B4-C9E4-F1B4-CFEE909327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47439894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58094" y="1563638"/>
            <a:ext cx="1828800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439294" y="1563638"/>
            <a:ext cx="1828800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420494" y="1563638"/>
            <a:ext cx="1828800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401694" y="1563638"/>
            <a:ext cx="1828800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8094" y="4076689"/>
            <a:ext cx="1828800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2449158" y="4076689"/>
            <a:ext cx="1828800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4424544" y="4076689"/>
            <a:ext cx="1828800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6415608" y="4076689"/>
            <a:ext cx="1828800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11" name="Marcador de texto 37">
            <a:extLst>
              <a:ext uri="{FF2B5EF4-FFF2-40B4-BE49-F238E27FC236}">
                <a16:creationId xmlns:a16="http://schemas.microsoft.com/office/drawing/2014/main" id="{22554EA0-99FC-439D-C999-D54AA1E5A4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BF5AA76E-9975-77D8-B39E-2F7CB33DE3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186628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55935"/>
            <a:ext cx="2496312" cy="23968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23844" y="1555935"/>
            <a:ext cx="2496312" cy="23968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69850" y="1555935"/>
            <a:ext cx="2496312" cy="239683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084859"/>
            <a:ext cx="2496312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None/>
              <a:defRPr sz="945"/>
            </a:lvl1pPr>
            <a:lvl2pPr marL="102867" indent="-102867">
              <a:buClr>
                <a:schemeClr val="accent2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2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2"/>
              </a:buClr>
              <a:defRPr sz="945"/>
            </a:lvl4pPr>
            <a:lvl5pPr marL="514337" indent="-154301"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44" y="4084859"/>
            <a:ext cx="2496312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None/>
              <a:defRPr sz="945"/>
            </a:lvl1pPr>
            <a:lvl2pPr marL="102867" indent="-102867">
              <a:buClr>
                <a:schemeClr val="accent2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2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2"/>
              </a:buClr>
              <a:defRPr sz="945"/>
            </a:lvl4pPr>
            <a:lvl5pPr marL="514337" indent="-154301"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5961888" y="4084859"/>
            <a:ext cx="2496312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None/>
              <a:defRPr sz="945"/>
            </a:lvl1pPr>
            <a:lvl2pPr marL="102867" indent="-102867">
              <a:buClr>
                <a:schemeClr val="accent2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2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2"/>
              </a:buClr>
              <a:defRPr sz="945"/>
            </a:lvl4pPr>
            <a:lvl5pPr marL="514337" indent="-154301">
              <a:buClr>
                <a:schemeClr val="accent2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12" name="Marcador de texto 37">
            <a:extLst>
              <a:ext uri="{FF2B5EF4-FFF2-40B4-BE49-F238E27FC236}">
                <a16:creationId xmlns:a16="http://schemas.microsoft.com/office/drawing/2014/main" id="{CB828559-05C2-C131-2430-88738B2DF7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13" name="Marcador de texto 37">
            <a:extLst>
              <a:ext uri="{FF2B5EF4-FFF2-40B4-BE49-F238E27FC236}">
                <a16:creationId xmlns:a16="http://schemas.microsoft.com/office/drawing/2014/main" id="{33A52AD9-7079-A764-F2FA-87A243C5FD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9267139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800" y="1571809"/>
            <a:ext cx="3814192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4009" y="1571809"/>
            <a:ext cx="3814192" cy="2380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2"/>
            </a:outerShdw>
          </a:effectLst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945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4084859"/>
            <a:ext cx="3814192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644009" y="4084859"/>
            <a:ext cx="3814192" cy="719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chemeClr val="accent3"/>
              </a:buClr>
              <a:buNone/>
              <a:defRPr sz="945"/>
            </a:lvl1pPr>
            <a:lvl2pPr marL="102867" indent="-102867">
              <a:buClr>
                <a:schemeClr val="accent3"/>
              </a:buClr>
              <a:buFont typeface="Arial" panose="020B0604020202020204" pitchFamily="34" charset="0"/>
              <a:buChar char="•"/>
              <a:defRPr sz="945"/>
            </a:lvl2pPr>
            <a:lvl3pPr marL="205735" indent="-102867">
              <a:buClr>
                <a:schemeClr val="accent3"/>
              </a:buClr>
              <a:buFont typeface="Courier New"/>
              <a:buChar char="o"/>
              <a:defRPr sz="945"/>
            </a:lvl3pPr>
            <a:lvl4pPr marL="360036" indent="-154301">
              <a:buClr>
                <a:schemeClr val="accent3"/>
              </a:buClr>
              <a:defRPr sz="945"/>
            </a:lvl4pPr>
            <a:lvl5pPr marL="514337" indent="-154301">
              <a:buClr>
                <a:schemeClr val="accent3"/>
              </a:buCl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941F1ED6-1F15-3F88-A8CF-AB1F448088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6A3A3C90-9B64-465A-BA2F-CF58661774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65370001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5038" y="157973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666238" y="157973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647438" y="157973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6628638" y="157973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8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67398" y="4055695"/>
            <a:ext cx="1831086" cy="8923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45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29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2647836" y="4055695"/>
            <a:ext cx="1831086" cy="89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45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30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628274" y="4055695"/>
            <a:ext cx="1831086" cy="89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45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31" name="Content Placeholder 13"/>
          <p:cNvSpPr>
            <a:spLocks noGrp="1"/>
          </p:cNvSpPr>
          <p:nvPr>
            <p:ph sz="quarter" idx="21" hasCustomPrompt="1"/>
          </p:nvPr>
        </p:nvSpPr>
        <p:spPr>
          <a:xfrm>
            <a:off x="6608712" y="4055695"/>
            <a:ext cx="1831086" cy="89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45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10,5pt</a:t>
            </a:r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685038" y="280806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 dirty="0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2666238" y="280806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4647438" y="280806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628638" y="2808065"/>
            <a:ext cx="1828800" cy="11239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Marcador de texto 37">
            <a:extLst>
              <a:ext uri="{FF2B5EF4-FFF2-40B4-BE49-F238E27FC236}">
                <a16:creationId xmlns:a16="http://schemas.microsoft.com/office/drawing/2014/main" id="{50E18E8A-8986-DE86-27F6-EB226FA8EB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C93CE7F1-7EC3-684D-F9AB-1C2C7B4F41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229835658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40830" y="1549396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278874" y="1549396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5916918" y="1549396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5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40830" y="3949648"/>
            <a:ext cx="2496312" cy="926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40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16pt</a:t>
            </a:r>
          </a:p>
        </p:txBody>
      </p:sp>
      <p:sp>
        <p:nvSpPr>
          <p:cNvPr id="40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3278874" y="3949648"/>
            <a:ext cx="2496312" cy="926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18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16pt</a:t>
            </a:r>
          </a:p>
        </p:txBody>
      </p:sp>
      <p:sp>
        <p:nvSpPr>
          <p:cNvPr id="41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5916918" y="3949648"/>
            <a:ext cx="2496312" cy="926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18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16pt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640830" y="2751434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3278874" y="2751434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5916918" y="2751434"/>
            <a:ext cx="2496312" cy="1123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Marcador de texto 37">
            <a:extLst>
              <a:ext uri="{FF2B5EF4-FFF2-40B4-BE49-F238E27FC236}">
                <a16:creationId xmlns:a16="http://schemas.microsoft.com/office/drawing/2014/main" id="{6AC697BB-41CF-543E-F04C-3619924F0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FCC72864-C577-AB30-EF1A-F1E9F99638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385829389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.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86944" y="1536970"/>
            <a:ext cx="3814192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9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45152" y="1536970"/>
            <a:ext cx="3814192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0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685800" y="3868014"/>
            <a:ext cx="3813048" cy="10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40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16pt</a:t>
            </a:r>
          </a:p>
        </p:txBody>
      </p:sp>
      <p:sp>
        <p:nvSpPr>
          <p:cNvPr id="51" name="Content Placeholder 13"/>
          <p:cNvSpPr>
            <a:spLocks noGrp="1"/>
          </p:cNvSpPr>
          <p:nvPr>
            <p:ph sz="quarter" idx="19" hasCustomPrompt="1"/>
          </p:nvPr>
        </p:nvSpPr>
        <p:spPr>
          <a:xfrm>
            <a:off x="4645152" y="3868014"/>
            <a:ext cx="3813048" cy="10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18"/>
            </a:lvl1pPr>
            <a:lvl2pPr marL="115729" indent="-115729">
              <a:buFont typeface="Arial" panose="020B0604020202020204" pitchFamily="34" charset="0"/>
              <a:buChar char="•"/>
              <a:defRPr sz="945"/>
            </a:lvl2pPr>
            <a:lvl3pPr marL="231458" indent="-115729">
              <a:defRPr sz="945"/>
            </a:lvl3pPr>
            <a:lvl4pPr marL="347187" indent="-115729">
              <a:defRPr sz="945"/>
            </a:lvl4pPr>
            <a:lvl5pPr>
              <a:defRPr sz="945"/>
            </a:lvl5pPr>
          </a:lstStyle>
          <a:p>
            <a:pPr lvl="0"/>
            <a:r>
              <a:rPr lang="en-US" dirty="0"/>
              <a:t>Text 16pt</a:t>
            </a:r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686944" y="2702492"/>
            <a:ext cx="3814192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4645152" y="2702492"/>
            <a:ext cx="3814192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sz="945"/>
            </a:lvl1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Marcador de texto 37">
            <a:extLst>
              <a:ext uri="{FF2B5EF4-FFF2-40B4-BE49-F238E27FC236}">
                <a16:creationId xmlns:a16="http://schemas.microsoft.com/office/drawing/2014/main" id="{71533749-82B9-F237-409B-D84CA334920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1520" y="699542"/>
            <a:ext cx="8424935" cy="739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DEC2E390-785E-62C2-24DA-8D9C81C97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520" y="208223"/>
            <a:ext cx="8424935" cy="471663"/>
          </a:xfrm>
        </p:spPr>
        <p:txBody>
          <a:bodyPr>
            <a:no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85783555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front 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6CE47D90-66CC-4292-C8B1-1D32B6A82CE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20000"/>
            </a:schemeClr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s-ES_tradnl" sz="1600" dirty="0">
              <a:solidFill>
                <a:schemeClr val="bg1"/>
              </a:solidFill>
            </a:endParaRPr>
          </a:p>
        </p:txBody>
      </p:sp>
      <p:sp>
        <p:nvSpPr>
          <p:cNvPr id="2" name="Marcador de texto 37">
            <a:extLst>
              <a:ext uri="{FF2B5EF4-FFF2-40B4-BE49-F238E27FC236}">
                <a16:creationId xmlns:a16="http://schemas.microsoft.com/office/drawing/2014/main" id="{C1033F41-40A0-E3E0-9E70-883B977A6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61759"/>
            <a:ext cx="8208912" cy="985856"/>
          </a:xfrm>
        </p:spPr>
        <p:txBody>
          <a:bodyPr>
            <a:normAutofit/>
          </a:bodyPr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pic>
        <p:nvPicPr>
          <p:cNvPr id="3" name="Imagen 2" descr="Dibuj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2F359A64-36FD-9E5C-2D99-1962597E76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4288" y="3860980"/>
            <a:ext cx="1737566" cy="920762"/>
          </a:xfrm>
          <a:prstGeom prst="rect">
            <a:avLst/>
          </a:prstGeom>
        </p:spPr>
      </p:pic>
      <p:sp>
        <p:nvSpPr>
          <p:cNvPr id="4" name="Marcador de texto 37">
            <a:extLst>
              <a:ext uri="{FF2B5EF4-FFF2-40B4-BE49-F238E27FC236}">
                <a16:creationId xmlns:a16="http://schemas.microsoft.com/office/drawing/2014/main" id="{D9565CFB-FBF5-E1A0-0E4F-B86F8C3120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1376641"/>
            <a:ext cx="6624736" cy="3405099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Dolot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112994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front cover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CEBFDB16-DA1E-BD7F-91AF-4EDC3B548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61759"/>
            <a:ext cx="8208912" cy="985856"/>
          </a:xfrm>
        </p:spPr>
        <p:txBody>
          <a:bodyPr>
            <a:normAutofit/>
          </a:bodyPr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pic>
        <p:nvPicPr>
          <p:cNvPr id="4" name="Imagen 3" descr="Dibuj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5ADEAB26-B422-4E4D-D2AD-3F616596F5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4288" y="3860980"/>
            <a:ext cx="1737566" cy="920762"/>
          </a:xfrm>
          <a:prstGeom prst="rect">
            <a:avLst/>
          </a:prstGeom>
        </p:spPr>
      </p:pic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0A8AF3BF-B2E8-B40F-A19F-03E9B4917D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1376641"/>
            <a:ext cx="6624736" cy="3405099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Dolot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17726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front cov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CEBFDB16-DA1E-BD7F-91AF-4EDC3B548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61759"/>
            <a:ext cx="8208912" cy="985856"/>
          </a:xfrm>
        </p:spPr>
        <p:txBody>
          <a:bodyPr>
            <a:normAutofit/>
          </a:bodyPr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5" name="Marcador de texto 37">
            <a:extLst>
              <a:ext uri="{FF2B5EF4-FFF2-40B4-BE49-F238E27FC236}">
                <a16:creationId xmlns:a16="http://schemas.microsoft.com/office/drawing/2014/main" id="{0A8AF3BF-B2E8-B40F-A19F-03E9B4917D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1376641"/>
            <a:ext cx="6624736" cy="3405099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 err="1"/>
              <a:t>Dolot</a:t>
            </a:r>
            <a:r>
              <a:rPr lang="es-ES" dirty="0"/>
              <a:t>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.</a:t>
            </a:r>
          </a:p>
        </p:txBody>
      </p:sp>
      <p:pic>
        <p:nvPicPr>
          <p:cNvPr id="2" name="Imagen 1" descr="Texto&#10;&#10;Descripción generada automáticamente con confianza baja">
            <a:extLst>
              <a:ext uri="{FF2B5EF4-FFF2-40B4-BE49-F238E27FC236}">
                <a16:creationId xmlns:a16="http://schemas.microsoft.com/office/drawing/2014/main" id="{C5B6B0CF-7F77-AF5C-82AE-122F781EDE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8566" y="3860142"/>
            <a:ext cx="1753288" cy="92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8035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11168348-B87C-6324-0235-C70F749736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9542"/>
            <a:ext cx="8542064" cy="739782"/>
          </a:xfrm>
        </p:spPr>
        <p:txBody>
          <a:bodyPr/>
          <a:lstStyle/>
          <a:p>
            <a:pPr lvl="0"/>
            <a:r>
              <a:rPr lang="es-ES" dirty="0"/>
              <a:t>Arial Regular 14 pt</a:t>
            </a:r>
          </a:p>
        </p:txBody>
      </p:sp>
      <p:sp>
        <p:nvSpPr>
          <p:cNvPr id="7" name="Marcador de texto 37">
            <a:extLst>
              <a:ext uri="{FF2B5EF4-FFF2-40B4-BE49-F238E27FC236}">
                <a16:creationId xmlns:a16="http://schemas.microsoft.com/office/drawing/2014/main" id="{E27A3EDA-F801-98E1-15D1-80749D902A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520" y="208223"/>
            <a:ext cx="8542064" cy="471663"/>
          </a:xfrm>
        </p:spPr>
        <p:txBody>
          <a:bodyPr>
            <a:noAutofit/>
          </a:bodyPr>
          <a:lstStyle>
            <a:lvl1pPr>
              <a:defRPr sz="2600"/>
            </a:lvl1pPr>
          </a:lstStyle>
          <a:p>
            <a:pPr lvl="0"/>
            <a:r>
              <a:rPr lang="es-ES" dirty="0" err="1"/>
              <a:t>Title</a:t>
            </a:r>
            <a:r>
              <a:rPr lang="es-ES" dirty="0"/>
              <a:t> Arial Regular 26 pt</a:t>
            </a:r>
          </a:p>
        </p:txBody>
      </p:sp>
    </p:spTree>
    <p:extLst>
      <p:ext uri="{BB962C8B-B14F-4D97-AF65-F5344CB8AC3E}">
        <p14:creationId xmlns:p14="http://schemas.microsoft.com/office/powerpoint/2010/main" val="1307147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3">
            <a:extLst>
              <a:ext uri="{FF2B5EF4-FFF2-40B4-BE49-F238E27FC236}">
                <a16:creationId xmlns:a16="http://schemas.microsoft.com/office/drawing/2014/main" id="{52E8F0B3-2E77-BBD6-C594-4A8CE149E2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9144001" cy="51435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ctr">
              <a:buNone/>
              <a:defRPr sz="1980"/>
            </a:lvl1pPr>
          </a:lstStyle>
          <a:p>
            <a:r>
              <a:rPr lang="en-GB" noProof="1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69235602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3">
            <a:extLst>
              <a:ext uri="{FF2B5EF4-FFF2-40B4-BE49-F238E27FC236}">
                <a16:creationId xmlns:a16="http://schemas.microsoft.com/office/drawing/2014/main" id="{52E8F0B3-2E77-BBD6-C594-4A8CE149E22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9144001" cy="51435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ctr">
              <a:buNone/>
              <a:defRPr sz="1980"/>
            </a:lvl1pPr>
          </a:lstStyle>
          <a:p>
            <a:r>
              <a:rPr lang="en-GB" noProof="1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55690766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439324"/>
            <a:ext cx="365760" cy="34163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4114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162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175028" y="2567336"/>
            <a:ext cx="8820000" cy="34163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4114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1620" dirty="0">
              <a:solidFill>
                <a:schemeClr val="tx2"/>
              </a:solidFill>
            </a:endParaRPr>
          </a:p>
        </p:txBody>
      </p:sp>
      <p:sp>
        <p:nvSpPr>
          <p:cNvPr id="4" name="Marcador de medios 3"/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9144000" cy="5148837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980"/>
            </a:lvl1pPr>
          </a:lstStyle>
          <a:p>
            <a:r>
              <a:rPr lang="es-E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1623509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EC28258-18CA-79A5-DD63-952A34B8FB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27984" y="4564564"/>
            <a:ext cx="4416640" cy="21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Dibuj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85A57D60-85EE-7307-13E9-9407399823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154" y="3860980"/>
            <a:ext cx="1737566" cy="920762"/>
          </a:xfrm>
          <a:prstGeom prst="rect">
            <a:avLst/>
          </a:prstGeom>
        </p:spPr>
      </p:pic>
      <p:sp>
        <p:nvSpPr>
          <p:cNvPr id="6" name="Marcador de texto 37">
            <a:extLst>
              <a:ext uri="{FF2B5EF4-FFF2-40B4-BE49-F238E27FC236}">
                <a16:creationId xmlns:a16="http://schemas.microsoft.com/office/drawing/2014/main" id="{CEBFDB16-DA1E-BD7F-91AF-4EDC3B548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61758"/>
            <a:ext cx="8208912" cy="3002079"/>
          </a:xfrm>
        </p:spPr>
        <p:txBody>
          <a:bodyPr>
            <a:normAutofit/>
          </a:bodyPr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Thank</a:t>
            </a:r>
            <a:r>
              <a:rPr lang="es-ES" dirty="0"/>
              <a:t> </a:t>
            </a:r>
            <a:r>
              <a:rPr lang="es-ES" dirty="0" err="1"/>
              <a:t>you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058057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6CE47D90-66CC-4292-C8B1-1D32B6A82CE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313">
              <a:alpha val="45098"/>
            </a:srgbClr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s-ES_tradnl" sz="1600" dirty="0">
              <a:solidFill>
                <a:schemeClr val="bg1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F3092AE-028E-72FA-648C-C63FF9C85D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27984" y="4564564"/>
            <a:ext cx="4416640" cy="21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 descr="Dibuj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85EC41CC-22EE-D612-A08B-057E4086A1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154" y="3860980"/>
            <a:ext cx="1737566" cy="920762"/>
          </a:xfrm>
          <a:prstGeom prst="rect">
            <a:avLst/>
          </a:prstGeom>
        </p:spPr>
      </p:pic>
      <p:sp>
        <p:nvSpPr>
          <p:cNvPr id="14" name="Marcador de texto 37">
            <a:extLst>
              <a:ext uri="{FF2B5EF4-FFF2-40B4-BE49-F238E27FC236}">
                <a16:creationId xmlns:a16="http://schemas.microsoft.com/office/drawing/2014/main" id="{174A88E4-0BE4-20C6-FF05-D586486A4B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361758"/>
            <a:ext cx="8208912" cy="3002079"/>
          </a:xfrm>
        </p:spPr>
        <p:txBody>
          <a:bodyPr>
            <a:normAutofit/>
          </a:bodyPr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Thank</a:t>
            </a:r>
            <a:r>
              <a:rPr lang="es-ES" dirty="0"/>
              <a:t> </a:t>
            </a:r>
            <a:r>
              <a:rPr lang="es-ES" dirty="0" err="1"/>
              <a:t>you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727245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0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439324"/>
            <a:ext cx="365760" cy="34163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4114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_tradnl" sz="1620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175028" y="2567336"/>
            <a:ext cx="8820000" cy="34163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indent="0" algn="l" defTabSz="4114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es-ES" sz="162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692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pos="2948">
          <p15:clr>
            <a:srgbClr val="FBAE40"/>
          </p15:clr>
        </p15:guide>
        <p15:guide id="3" orient="horz" pos="232">
          <p15:clr>
            <a:srgbClr val="FBAE40"/>
          </p15:clr>
        </p15:guide>
        <p15:guide id="5" orient="horz" pos="822">
          <p15:clr>
            <a:srgbClr val="FBAE40"/>
          </p15:clr>
        </p15:guide>
        <p15:guide id="9" orient="horz" pos="2364">
          <p15:clr>
            <a:srgbClr val="FBAE40"/>
          </p15:clr>
        </p15:guide>
        <p15:guide id="10" orient="horz" pos="2931">
          <p15:clr>
            <a:srgbClr val="FBAE40"/>
          </p15:clr>
        </p15:guide>
        <p15:guide id="11" orient="horz" pos="3135">
          <p15:clr>
            <a:srgbClr val="FBAE40"/>
          </p15:clr>
        </p15:guide>
        <p15:guide id="12" orient="horz" pos="3521">
          <p15:clr>
            <a:srgbClr val="FBAE40"/>
          </p15:clr>
        </p15:guide>
        <p15:guide id="13" orient="horz" pos="4088">
          <p15:clr>
            <a:srgbClr val="FBAE40"/>
          </p15:clr>
        </p15:guide>
        <p15:guide id="14" orient="horz" pos="1207">
          <p15:clr>
            <a:srgbClr val="FBAE40"/>
          </p15:clr>
        </p15:guide>
        <p15:guide id="15" orient="horz" pos="618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7" orient="horz" pos="1774">
          <p15:clr>
            <a:srgbClr val="FBAE40"/>
          </p15:clr>
        </p15:guide>
        <p15:guide id="18" pos="226">
          <p15:clr>
            <a:srgbClr val="FBAE40"/>
          </p15:clr>
        </p15:guide>
        <p15:guide id="19" pos="975">
          <p15:clr>
            <a:srgbClr val="FBAE40"/>
          </p15:clr>
        </p15:guide>
        <p15:guide id="20" pos="1134">
          <p15:clr>
            <a:srgbClr val="FBAE40"/>
          </p15:clr>
        </p15:guide>
        <p15:guide id="21" pos="2041">
          <p15:clr>
            <a:srgbClr val="FBAE40"/>
          </p15:clr>
        </p15:guide>
        <p15:guide id="22" pos="1882">
          <p15:clr>
            <a:srgbClr val="FBAE40"/>
          </p15:clr>
        </p15:guide>
        <p15:guide id="23" pos="2789">
          <p15:clr>
            <a:srgbClr val="FBAE40"/>
          </p15:clr>
        </p15:guide>
        <p15:guide id="24" pos="5534">
          <p15:clr>
            <a:srgbClr val="FBAE40"/>
          </p15:clr>
        </p15:guide>
        <p15:guide id="25" pos="4785">
          <p15:clr>
            <a:srgbClr val="FBAE40"/>
          </p15:clr>
        </p15:guide>
        <p15:guide id="26" pos="4626">
          <p15:clr>
            <a:srgbClr val="FBAE40"/>
          </p15:clr>
        </p15:guide>
        <p15:guide id="27" pos="3878">
          <p15:clr>
            <a:srgbClr val="FBAE40"/>
          </p15:clr>
        </p15:guide>
        <p15:guide id="28" pos="3696">
          <p15:clr>
            <a:srgbClr val="FBAE40"/>
          </p15:clr>
        </p15:guide>
        <p15:guide id="29" orient="horz" pos="2546">
          <p15:clr>
            <a:srgbClr val="FBAE40"/>
          </p15:clr>
        </p15:guide>
        <p15:guide id="30" orient="horz" pos="3702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02">
    <p:bg>
      <p:bgPr>
        <a:solidFill>
          <a:schemeClr val="accent4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75393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0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45649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11774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0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9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9" Type="http://schemas.openxmlformats.org/officeDocument/2006/relationships/slideLayout" Target="../slideLayouts/slideLayout83.xml"/><Relationship Id="rId3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42" Type="http://schemas.openxmlformats.org/officeDocument/2006/relationships/slideLayout" Target="../slideLayouts/slideLayout86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38" Type="http://schemas.openxmlformats.org/officeDocument/2006/relationships/slideLayout" Target="../slideLayouts/slideLayout82.xml"/><Relationship Id="rId46" Type="http://schemas.openxmlformats.org/officeDocument/2006/relationships/theme" Target="../theme/theme2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3.xml"/><Relationship Id="rId41" Type="http://schemas.openxmlformats.org/officeDocument/2006/relationships/slideLayout" Target="../slideLayouts/slideLayout85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4.xml"/><Relationship Id="rId45" Type="http://schemas.openxmlformats.org/officeDocument/2006/relationships/slideLayout" Target="../slideLayouts/slideLayout89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4" Type="http://schemas.openxmlformats.org/officeDocument/2006/relationships/slideLayout" Target="../slideLayouts/slideLayout88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43" Type="http://schemas.openxmlformats.org/officeDocument/2006/relationships/slideLayout" Target="../slideLayouts/slideLayout8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E1F39157-7DF9-2381-2D18-EC072FC9F12A}"/>
              </a:ext>
            </a:extLst>
          </p:cNvPr>
          <p:cNvSpPr/>
          <p:nvPr userDrawn="1"/>
        </p:nvSpPr>
        <p:spPr>
          <a:xfrm>
            <a:off x="8832517" y="4853354"/>
            <a:ext cx="314238" cy="290146"/>
          </a:xfrm>
          <a:prstGeom prst="rect">
            <a:avLst/>
          </a:prstGeom>
          <a:solidFill>
            <a:schemeClr val="accent2"/>
          </a:solidFill>
          <a:ln w="3175" cmpd="sng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  <a:buFont typeface="Arial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C5E476D-1FA4-B5FA-BD7F-5EA44736D0F8}"/>
              </a:ext>
            </a:extLst>
          </p:cNvPr>
          <p:cNvSpPr txBox="1">
            <a:spLocks/>
          </p:cNvSpPr>
          <p:nvPr userDrawn="1"/>
        </p:nvSpPr>
        <p:spPr>
          <a:xfrm>
            <a:off x="7452320" y="4945905"/>
            <a:ext cx="1271693" cy="1023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i="0" kern="1200" baseline="0">
                <a:solidFill>
                  <a:schemeClr val="accent3"/>
                </a:solidFill>
                <a:latin typeface="Trebuchet"/>
                <a:ea typeface="+mj-ea"/>
                <a:cs typeface="Trebuchet"/>
              </a:defRPr>
            </a:lvl1pPr>
          </a:lstStyle>
          <a:p>
            <a:pPr algn="r" defTabSz="411480">
              <a:lnSpc>
                <a:spcPts val="900"/>
              </a:lnSpc>
              <a:spcBef>
                <a:spcPts val="0"/>
              </a:spcBef>
              <a:defRPr/>
            </a:pPr>
            <a:r>
              <a:rPr lang="en-GB" sz="800" b="0" kern="1000" noProof="1">
                <a:solidFill>
                  <a:schemeClr val="tx1"/>
                </a:solidFill>
                <a:latin typeface="Arial"/>
                <a:ea typeface="Arial" charset="0"/>
                <a:cs typeface="Arial"/>
              </a:rPr>
              <a:t>EXSIM</a:t>
            </a:r>
            <a:endParaRPr lang="en-GB" sz="800" b="0" kern="1000" noProof="1">
              <a:solidFill>
                <a:schemeClr val="tx1"/>
              </a:solidFill>
              <a:latin typeface="Arial"/>
              <a:ea typeface="Arial" charset="0"/>
              <a:cs typeface="Arial" charset="0"/>
            </a:endParaRPr>
          </a:p>
        </p:txBody>
      </p:sp>
      <p:sp>
        <p:nvSpPr>
          <p:cNvPr id="2" name="Marcador de título 21">
            <a:extLst>
              <a:ext uri="{FF2B5EF4-FFF2-40B4-BE49-F238E27FC236}">
                <a16:creationId xmlns:a16="http://schemas.microsoft.com/office/drawing/2014/main" id="{5EFB6911-B8C7-D8C2-4C32-F29B033A5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76" y="207616"/>
            <a:ext cx="8621104" cy="491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 err="1"/>
              <a:t>Title</a:t>
            </a:r>
            <a:r>
              <a:rPr lang="es-ES" dirty="0"/>
              <a:t> Arial Regular 26 pt</a:t>
            </a:r>
            <a:endParaRPr lang="es-ES_tradnl" dirty="0"/>
          </a:p>
        </p:txBody>
      </p:sp>
      <p:sp>
        <p:nvSpPr>
          <p:cNvPr id="3" name="Marcador de texto 28">
            <a:extLst>
              <a:ext uri="{FF2B5EF4-FFF2-40B4-BE49-F238E27FC236}">
                <a16:creationId xmlns:a16="http://schemas.microsoft.com/office/drawing/2014/main" id="{D82BE8E5-B06A-63DE-831E-FED8479B8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645" y="1779662"/>
            <a:ext cx="8613835" cy="295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8302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67" r:id="rId2"/>
    <p:sldLayoutId id="2147483766" r:id="rId3"/>
    <p:sldLayoutId id="2147483797" r:id="rId4"/>
    <p:sldLayoutId id="2147483786" r:id="rId5"/>
    <p:sldLayoutId id="2147483791" r:id="rId6"/>
    <p:sldLayoutId id="2147483769" r:id="rId7"/>
    <p:sldLayoutId id="2147483777" r:id="rId8"/>
    <p:sldLayoutId id="2147483813" r:id="rId9"/>
    <p:sldLayoutId id="2147483789" r:id="rId10"/>
    <p:sldLayoutId id="2147483815" r:id="rId11"/>
    <p:sldLayoutId id="2147483800" r:id="rId12"/>
    <p:sldLayoutId id="2147483823" r:id="rId13"/>
    <p:sldLayoutId id="2147483821" r:id="rId14"/>
    <p:sldLayoutId id="2147483794" r:id="rId15"/>
    <p:sldLayoutId id="2147483808" r:id="rId16"/>
    <p:sldLayoutId id="2147483771" r:id="rId17"/>
    <p:sldLayoutId id="2147483819" r:id="rId18"/>
    <p:sldLayoutId id="2147483811" r:id="rId19"/>
    <p:sldLayoutId id="2147483774" r:id="rId20"/>
    <p:sldLayoutId id="2147483796" r:id="rId21"/>
    <p:sldLayoutId id="2147483795" r:id="rId22"/>
    <p:sldLayoutId id="2147483784" r:id="rId23"/>
    <p:sldLayoutId id="2147483783" r:id="rId24"/>
    <p:sldLayoutId id="2147483787" r:id="rId25"/>
    <p:sldLayoutId id="2147483818" r:id="rId26"/>
    <p:sldLayoutId id="2147483778" r:id="rId27"/>
    <p:sldLayoutId id="2147483801" r:id="rId28"/>
    <p:sldLayoutId id="2147483804" r:id="rId29"/>
    <p:sldLayoutId id="2147483674" r:id="rId30"/>
    <p:sldLayoutId id="2147483763" r:id="rId31"/>
    <p:sldLayoutId id="2147483755" r:id="rId32"/>
    <p:sldLayoutId id="2147483749" r:id="rId33"/>
    <p:sldLayoutId id="2147483764" r:id="rId34"/>
    <p:sldLayoutId id="2147483752" r:id="rId35"/>
    <p:sldLayoutId id="2147483758" r:id="rId36"/>
    <p:sldLayoutId id="2147483728" r:id="rId37"/>
    <p:sldLayoutId id="2147483731" r:id="rId38"/>
    <p:sldLayoutId id="2147483737" r:id="rId39"/>
    <p:sldLayoutId id="2147483740" r:id="rId40"/>
    <p:sldLayoutId id="2147483743" r:id="rId41"/>
    <p:sldLayoutId id="2147483746" r:id="rId42"/>
    <p:sldLayoutId id="2147483747" r:id="rId43"/>
    <p:sldLayoutId id="2147483748" r:id="rId44"/>
  </p:sldLayoutIdLst>
  <p:txStyles>
    <p:titleStyle>
      <a:lvl1pPr algn="l" defTabSz="41148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411480" rtl="0" eaLnBrk="1" latinLnBrk="0" hangingPunct="1">
        <a:spcBef>
          <a:spcPct val="20000"/>
        </a:spcBef>
        <a:buFont typeface="Arial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97230" indent="-285750" algn="l" defTabSz="411480" rtl="0" eaLnBrk="1" latinLnBrk="0" hangingPunct="1">
        <a:spcBef>
          <a:spcPct val="20000"/>
        </a:spcBef>
        <a:buClr>
          <a:srgbClr val="FF0000"/>
        </a:buClr>
        <a:buFont typeface="Wingdings" pitchFamily="2" charset="2"/>
        <a:buChar char="§"/>
        <a:defRPr sz="140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08710" indent="-285750" algn="l" defTabSz="41148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190" indent="-285750" algn="l" defTabSz="41148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arcador de título 21">
            <a:extLst>
              <a:ext uri="{FF2B5EF4-FFF2-40B4-BE49-F238E27FC236}">
                <a16:creationId xmlns:a16="http://schemas.microsoft.com/office/drawing/2014/main" id="{631171D5-770C-CA1E-02E0-E92C5910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76" y="207616"/>
            <a:ext cx="8621104" cy="491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 err="1"/>
              <a:t>Title</a:t>
            </a:r>
            <a:r>
              <a:rPr lang="es-ES" dirty="0"/>
              <a:t> Arial Regular 26 pt</a:t>
            </a:r>
            <a:endParaRPr lang="es-ES_tradnl" dirty="0"/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7918ECDB-6306-A7EB-CE39-3F04A6EBB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645" y="1779662"/>
            <a:ext cx="8613835" cy="295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592098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27" r:id="rId3"/>
    <p:sldLayoutId id="2147483873" r:id="rId4"/>
    <p:sldLayoutId id="2147483875" r:id="rId5"/>
    <p:sldLayoutId id="2147483877" r:id="rId6"/>
    <p:sldLayoutId id="2147483829" r:id="rId7"/>
    <p:sldLayoutId id="2147483881" r:id="rId8"/>
    <p:sldLayoutId id="2147483833" r:id="rId9"/>
    <p:sldLayoutId id="2147483831" r:id="rId10"/>
    <p:sldLayoutId id="2147483841" r:id="rId11"/>
    <p:sldLayoutId id="2147483835" r:id="rId12"/>
    <p:sldLayoutId id="2147483837" r:id="rId13"/>
    <p:sldLayoutId id="2147483839" r:id="rId14"/>
    <p:sldLayoutId id="2147483867" r:id="rId15"/>
    <p:sldLayoutId id="2147483869" r:id="rId16"/>
    <p:sldLayoutId id="2147483843" r:id="rId17"/>
    <p:sldLayoutId id="2147483847" r:id="rId18"/>
    <p:sldLayoutId id="2147483849" r:id="rId19"/>
    <p:sldLayoutId id="2147483851" r:id="rId20"/>
    <p:sldLayoutId id="2147483860" r:id="rId21"/>
    <p:sldLayoutId id="2147483861" r:id="rId22"/>
    <p:sldLayoutId id="2147483862" r:id="rId23"/>
    <p:sldLayoutId id="2147483863" r:id="rId24"/>
    <p:sldLayoutId id="2147483864" r:id="rId25"/>
    <p:sldLayoutId id="2147483865" r:id="rId26"/>
    <p:sldLayoutId id="2147483871" r:id="rId27"/>
    <p:sldLayoutId id="2147483879" r:id="rId28"/>
    <p:sldLayoutId id="2147483882" r:id="rId29"/>
    <p:sldLayoutId id="2147483884" r:id="rId30"/>
    <p:sldLayoutId id="2147483955" r:id="rId31"/>
    <p:sldLayoutId id="2147483956" r:id="rId32"/>
    <p:sldLayoutId id="2147483891" r:id="rId33"/>
    <p:sldLayoutId id="2147483892" r:id="rId34"/>
    <p:sldLayoutId id="2147483893" r:id="rId35"/>
    <p:sldLayoutId id="2147483894" r:id="rId36"/>
    <p:sldLayoutId id="2147483895" r:id="rId37"/>
    <p:sldLayoutId id="2147483897" r:id="rId38"/>
    <p:sldLayoutId id="2147483898" r:id="rId39"/>
    <p:sldLayoutId id="2147483900" r:id="rId40"/>
    <p:sldLayoutId id="2147483901" r:id="rId41"/>
    <p:sldLayoutId id="2147483902" r:id="rId42"/>
    <p:sldLayoutId id="2147483903" r:id="rId43"/>
    <p:sldLayoutId id="2147483904" r:id="rId44"/>
    <p:sldLayoutId id="2147483905" r:id="rId45"/>
  </p:sldLayoutIdLst>
  <p:txStyles>
    <p:titleStyle>
      <a:lvl1pPr algn="l" defTabSz="41148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411480" rtl="0" eaLnBrk="1" latinLnBrk="0" hangingPunct="1">
        <a:spcBef>
          <a:spcPct val="20000"/>
        </a:spcBef>
        <a:buFont typeface="Arial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0" algn="l" defTabSz="411480" rtl="0" eaLnBrk="1" latinLnBrk="0" hangingPunct="1">
        <a:spcBef>
          <a:spcPct val="20000"/>
        </a:spcBef>
        <a:buFont typeface="Arial"/>
        <a:buNone/>
        <a:defRPr sz="140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0" algn="l" defTabSz="411480" rtl="0" eaLnBrk="1" latinLnBrk="0" hangingPunct="1">
        <a:spcBef>
          <a:spcPct val="20000"/>
        </a:spcBef>
        <a:buFont typeface="Arial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0" algn="l" defTabSz="411480" rtl="0" eaLnBrk="1" latinLnBrk="0" hangingPunct="1">
        <a:spcBef>
          <a:spcPct val="20000"/>
        </a:spcBef>
        <a:buFont typeface="Arial"/>
        <a:buNone/>
        <a:defRPr sz="140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arcador de título 21">
            <a:extLst>
              <a:ext uri="{FF2B5EF4-FFF2-40B4-BE49-F238E27FC236}">
                <a16:creationId xmlns:a16="http://schemas.microsoft.com/office/drawing/2014/main" id="{631171D5-770C-CA1E-02E0-E92C5910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76" y="207616"/>
            <a:ext cx="8621104" cy="491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 err="1"/>
              <a:t>Title</a:t>
            </a:r>
            <a:r>
              <a:rPr lang="es-ES" dirty="0"/>
              <a:t> Arial Regular 26 pt</a:t>
            </a:r>
            <a:endParaRPr lang="es-ES_tradnl" dirty="0"/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7918ECDB-6306-A7EB-CE39-3F04A6EBB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645" y="1779662"/>
            <a:ext cx="8613835" cy="295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15326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6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50" r:id="rId10"/>
    <p:sldLayoutId id="2147483951" r:id="rId11"/>
    <p:sldLayoutId id="2147483952" r:id="rId12"/>
    <p:sldLayoutId id="2147483953" r:id="rId13"/>
    <p:sldLayoutId id="2147483954" r:id="rId14"/>
  </p:sldLayoutIdLst>
  <p:txStyles>
    <p:titleStyle>
      <a:lvl1pPr algn="l" defTabSz="41148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411480" rtl="0" eaLnBrk="1" latinLnBrk="0" hangingPunct="1">
        <a:spcBef>
          <a:spcPct val="20000"/>
        </a:spcBef>
        <a:buFont typeface="Arial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0" algn="l" defTabSz="41148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None/>
        <a:defRPr sz="140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0" algn="l" defTabSz="411480" rtl="0" eaLnBrk="1" latinLnBrk="0" hangingPunct="1">
        <a:spcBef>
          <a:spcPct val="20000"/>
        </a:spcBef>
        <a:buFont typeface="Courier New" panose="02070309020205020404" pitchFamily="49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0" algn="l" defTabSz="411480" rtl="0" eaLnBrk="1" latinLnBrk="0" hangingPunct="1">
        <a:spcBef>
          <a:spcPct val="20000"/>
        </a:spcBef>
        <a:buClr>
          <a:srgbClr val="FF0000"/>
        </a:buClr>
        <a:buFont typeface="Arial" panose="020B0604020202020204" pitchFamily="34" charset="0"/>
        <a:buNone/>
        <a:defRPr sz="140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41148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41148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41148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hyperlink" Target="mailto:Harel.Lichtenstein@iese.net" TargetMode="Externa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903B1E3-FAFB-F626-CFBF-FACD11A7DABC}"/>
              </a:ext>
            </a:extLst>
          </p:cNvPr>
          <p:cNvCxnSpPr>
            <a:cxnSpLocks/>
          </p:cNvCxnSpPr>
          <p:nvPr/>
        </p:nvCxnSpPr>
        <p:spPr>
          <a:xfrm>
            <a:off x="1996019" y="2096697"/>
            <a:ext cx="0" cy="21252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158E520-97DB-66C1-FD9A-68E18C43A485}"/>
              </a:ext>
            </a:extLst>
          </p:cNvPr>
          <p:cNvSpPr/>
          <p:nvPr/>
        </p:nvSpPr>
        <p:spPr>
          <a:xfrm>
            <a:off x="4534995" y="996704"/>
            <a:ext cx="1010535" cy="914400"/>
          </a:xfrm>
          <a:custGeom>
            <a:avLst/>
            <a:gdLst>
              <a:gd name="connsiteX0" fmla="*/ 0 w 1010535"/>
              <a:gd name="connsiteY0" fmla="*/ 0 h 505267"/>
              <a:gd name="connsiteX1" fmla="*/ 1010535 w 1010535"/>
              <a:gd name="connsiteY1" fmla="*/ 0 h 505267"/>
              <a:gd name="connsiteX2" fmla="*/ 1010535 w 1010535"/>
              <a:gd name="connsiteY2" fmla="*/ 505267 h 505267"/>
              <a:gd name="connsiteX3" fmla="*/ 0 w 1010535"/>
              <a:gd name="connsiteY3" fmla="*/ 505267 h 505267"/>
              <a:gd name="connsiteX4" fmla="*/ 0 w 1010535"/>
              <a:gd name="connsiteY4" fmla="*/ 0 h 505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535" h="505267">
                <a:moveTo>
                  <a:pt x="0" y="0"/>
                </a:moveTo>
                <a:lnTo>
                  <a:pt x="1010535" y="0"/>
                </a:lnTo>
                <a:lnTo>
                  <a:pt x="1010535" y="505267"/>
                </a:lnTo>
                <a:lnTo>
                  <a:pt x="0" y="50526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890" tIns="45720" rIns="8890" bIns="8890" numCol="1" spcCol="1270" anchor="t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1DC749B-1CB3-8036-8FF7-EF6AE0F29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673236"/>
            <a:ext cx="720830" cy="384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B63F941-F9DE-DBBE-D939-4E9BE3998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694231"/>
              </p:ext>
            </p:extLst>
          </p:nvPr>
        </p:nvGraphicFramePr>
        <p:xfrm>
          <a:off x="420624" y="3357235"/>
          <a:ext cx="8381608" cy="1044272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3623629238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8762061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27099251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120657223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167933208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4112013433"/>
                    </a:ext>
                  </a:extLst>
                </a:gridCol>
              </a:tblGrid>
              <a:tr h="248128">
                <a:tc>
                  <a:txBody>
                    <a:bodyPr/>
                    <a:lstStyle/>
                    <a:p>
                      <a:r>
                        <a:rPr lang="en-US" sz="1000" b="1" noProof="0" dirty="0"/>
                        <a:t>Function</a:t>
                      </a:r>
                    </a:p>
                  </a:txBody>
                  <a:tcPr marL="65653" marR="65653" marT="32826" marB="32826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/>
                        <a:t>Finance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/>
                        <a:t>Marketing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/>
                        <a:t>Operations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/>
                        <a:t>Logistics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noProof="0" dirty="0"/>
                        <a:t>People / Controller</a:t>
                      </a:r>
                    </a:p>
                  </a:txBody>
                  <a:tcPr marL="65653" marR="65653" marT="32826" marB="32826"/>
                </a:tc>
                <a:extLst>
                  <a:ext uri="{0D108BD9-81ED-4DB2-BD59-A6C34878D82A}">
                    <a16:rowId xmlns:a16="http://schemas.microsoft.com/office/drawing/2014/main" val="148866867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r>
                        <a:rPr lang="en-US" sz="1000" b="1" noProof="0" dirty="0"/>
                        <a:t>Name</a:t>
                      </a:r>
                    </a:p>
                  </a:txBody>
                  <a:tcPr marL="65653" marR="65653" marT="32826" marB="32826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Sergi </a:t>
                      </a:r>
                      <a:r>
                        <a:rPr lang="en-US" sz="800" noProof="0" dirty="0" err="1"/>
                        <a:t>Cercós</a:t>
                      </a:r>
                      <a:endParaRPr lang="en-US" sz="800" noProof="0" dirty="0"/>
                    </a:p>
                    <a:p>
                      <a:endParaRPr lang="en-US" sz="800" noProof="0" dirty="0"/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Tomas Tapia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Pedro Hermida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Aya El </a:t>
                      </a:r>
                      <a:r>
                        <a:rPr lang="en-US" sz="800" noProof="0" dirty="0" err="1"/>
                        <a:t>Haraboui</a:t>
                      </a:r>
                      <a:endParaRPr lang="en-US" sz="800" noProof="0" dirty="0"/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Cristina Navarro</a:t>
                      </a:r>
                    </a:p>
                  </a:txBody>
                  <a:tcPr marL="65653" marR="65653" marT="32826" marB="32826"/>
                </a:tc>
                <a:extLst>
                  <a:ext uri="{0D108BD9-81ED-4DB2-BD59-A6C34878D82A}">
                    <a16:rowId xmlns:a16="http://schemas.microsoft.com/office/drawing/2014/main" val="2715297431"/>
                  </a:ext>
                </a:extLst>
              </a:tr>
              <a:tr h="195588">
                <a:tc>
                  <a:txBody>
                    <a:bodyPr/>
                    <a:lstStyle/>
                    <a:p>
                      <a:r>
                        <a:rPr lang="en-US" sz="1000" b="1" noProof="0" dirty="0"/>
                        <a:t>Email</a:t>
                      </a:r>
                    </a:p>
                  </a:txBody>
                  <a:tcPr marL="65653" marR="65653" marT="32826" marB="3282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sergi.cercos@iese.net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tomas.tapia@iese.net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pedro.hermida@iese.net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Aya.elrharbaoui@iese.net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800" noProof="0" dirty="0"/>
                        <a:t>cristina.navarro2@iese.net</a:t>
                      </a:r>
                    </a:p>
                  </a:txBody>
                  <a:tcPr marL="65653" marR="65653" marT="32826" marB="32826"/>
                </a:tc>
                <a:extLst>
                  <a:ext uri="{0D108BD9-81ED-4DB2-BD59-A6C34878D82A}">
                    <a16:rowId xmlns:a16="http://schemas.microsoft.com/office/drawing/2014/main" val="486406126"/>
                  </a:ext>
                </a:extLst>
              </a:tr>
              <a:tr h="195588">
                <a:tc>
                  <a:txBody>
                    <a:bodyPr/>
                    <a:lstStyle/>
                    <a:p>
                      <a:r>
                        <a:rPr lang="en-US" sz="1000" b="1" noProof="0" dirty="0"/>
                        <a:t>Phone</a:t>
                      </a:r>
                    </a:p>
                  </a:txBody>
                  <a:tcPr marL="65653" marR="65653" marT="32826" marB="32826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noProof="0" dirty="0"/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endParaRPr lang="en-US" sz="800" noProof="0" dirty="0"/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endParaRPr lang="en-US" sz="800" noProof="0" dirty="0"/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endParaRPr lang="en-US" sz="800" noProof="0" dirty="0"/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endParaRPr lang="en-US" sz="800" noProof="0" dirty="0"/>
                    </a:p>
                  </a:txBody>
                  <a:tcPr marL="65653" marR="65653" marT="32826" marB="32826"/>
                </a:tc>
                <a:extLst>
                  <a:ext uri="{0D108BD9-81ED-4DB2-BD59-A6C34878D82A}">
                    <a16:rowId xmlns:a16="http://schemas.microsoft.com/office/drawing/2014/main" val="2240110471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B356129-877A-EBC6-793D-0441C80F3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749418"/>
              </p:ext>
            </p:extLst>
          </p:nvPr>
        </p:nvGraphicFramePr>
        <p:xfrm>
          <a:off x="734130" y="1189955"/>
          <a:ext cx="3672408" cy="654156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047464">
                  <a:extLst>
                    <a:ext uri="{9D8B030D-6E8A-4147-A177-3AD203B41FA5}">
                      <a16:colId xmlns:a16="http://schemas.microsoft.com/office/drawing/2014/main" val="3623629238"/>
                    </a:ext>
                  </a:extLst>
                </a:gridCol>
                <a:gridCol w="2624944">
                  <a:extLst>
                    <a:ext uri="{9D8B030D-6E8A-4147-A177-3AD203B41FA5}">
                      <a16:colId xmlns:a16="http://schemas.microsoft.com/office/drawing/2014/main" val="208762061"/>
                    </a:ext>
                  </a:extLst>
                </a:gridCol>
              </a:tblGrid>
              <a:tr h="197616">
                <a:tc>
                  <a:txBody>
                    <a:bodyPr/>
                    <a:lstStyle/>
                    <a:p>
                      <a:r>
                        <a:rPr lang="en-US" sz="1000" b="1" noProof="0" dirty="0"/>
                        <a:t>Name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1000" noProof="0" dirty="0"/>
                        <a:t>Harel Lichtenstein</a:t>
                      </a:r>
                    </a:p>
                  </a:txBody>
                  <a:tcPr marL="65653" marR="65653" marT="32826" marB="32826"/>
                </a:tc>
                <a:extLst>
                  <a:ext uri="{0D108BD9-81ED-4DB2-BD59-A6C34878D82A}">
                    <a16:rowId xmlns:a16="http://schemas.microsoft.com/office/drawing/2014/main" val="2715297431"/>
                  </a:ext>
                </a:extLst>
              </a:tr>
              <a:tr h="197616">
                <a:tc>
                  <a:txBody>
                    <a:bodyPr/>
                    <a:lstStyle/>
                    <a:p>
                      <a:r>
                        <a:rPr lang="en-US" sz="1000" b="1" noProof="0" dirty="0"/>
                        <a:t>Email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1000" noProof="0" dirty="0">
                          <a:hlinkClick r:id="rId4"/>
                        </a:rPr>
                        <a:t>Harel.Lichtenstein@iese.net</a:t>
                      </a:r>
                      <a:endParaRPr lang="en-US" sz="1000" noProof="0" dirty="0"/>
                    </a:p>
                  </a:txBody>
                  <a:tcPr marL="65653" marR="65653" marT="32826" marB="32826"/>
                </a:tc>
                <a:extLst>
                  <a:ext uri="{0D108BD9-81ED-4DB2-BD59-A6C34878D82A}">
                    <a16:rowId xmlns:a16="http://schemas.microsoft.com/office/drawing/2014/main" val="486406126"/>
                  </a:ext>
                </a:extLst>
              </a:tr>
              <a:tr h="197616">
                <a:tc>
                  <a:txBody>
                    <a:bodyPr/>
                    <a:lstStyle/>
                    <a:p>
                      <a:r>
                        <a:rPr lang="en-US" sz="1000" b="1" noProof="0" dirty="0"/>
                        <a:t>Phone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1000" noProof="0" dirty="0"/>
                        <a:t>+34644266452</a:t>
                      </a:r>
                    </a:p>
                  </a:txBody>
                  <a:tcPr marL="65653" marR="65653" marT="32826" marB="32826"/>
                </a:tc>
                <a:extLst>
                  <a:ext uri="{0D108BD9-81ED-4DB2-BD59-A6C34878D82A}">
                    <a16:rowId xmlns:a16="http://schemas.microsoft.com/office/drawing/2014/main" val="3855639942"/>
                  </a:ext>
                </a:extLst>
              </a:tr>
            </a:tbl>
          </a:graphicData>
        </a:graphic>
      </p:graphicFrame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CE9CC0-806C-E178-A294-02473869F875}"/>
              </a:ext>
            </a:extLst>
          </p:cNvPr>
          <p:cNvCxnSpPr>
            <a:cxnSpLocks/>
          </p:cNvCxnSpPr>
          <p:nvPr/>
        </p:nvCxnSpPr>
        <p:spPr>
          <a:xfrm>
            <a:off x="1996019" y="2095708"/>
            <a:ext cx="6113742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C66A971-7B85-F402-49FE-02D750A98731}"/>
              </a:ext>
            </a:extLst>
          </p:cNvPr>
          <p:cNvCxnSpPr>
            <a:cxnSpLocks/>
          </p:cNvCxnSpPr>
          <p:nvPr/>
        </p:nvCxnSpPr>
        <p:spPr>
          <a:xfrm>
            <a:off x="3524455" y="2096697"/>
            <a:ext cx="0" cy="21252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ADF406D-0894-D4BC-75BD-853674F9D445}"/>
              </a:ext>
            </a:extLst>
          </p:cNvPr>
          <p:cNvCxnSpPr>
            <a:cxnSpLocks/>
          </p:cNvCxnSpPr>
          <p:nvPr/>
        </p:nvCxnSpPr>
        <p:spPr>
          <a:xfrm>
            <a:off x="5040262" y="2096697"/>
            <a:ext cx="0" cy="21252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CE05336-9FB4-CBA0-AEFA-2AA8EA844E69}"/>
              </a:ext>
            </a:extLst>
          </p:cNvPr>
          <p:cNvCxnSpPr>
            <a:cxnSpLocks/>
          </p:cNvCxnSpPr>
          <p:nvPr/>
        </p:nvCxnSpPr>
        <p:spPr>
          <a:xfrm>
            <a:off x="6596157" y="2096697"/>
            <a:ext cx="0" cy="21252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DAD7EB4-E94C-BDCD-8C56-9FC62BD3429F}"/>
              </a:ext>
            </a:extLst>
          </p:cNvPr>
          <p:cNvCxnSpPr>
            <a:cxnSpLocks/>
          </p:cNvCxnSpPr>
          <p:nvPr/>
        </p:nvCxnSpPr>
        <p:spPr>
          <a:xfrm>
            <a:off x="8109761" y="2096697"/>
            <a:ext cx="0" cy="21252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6297A46-DAE1-5895-8663-6A6077EA5A71}"/>
              </a:ext>
            </a:extLst>
          </p:cNvPr>
          <p:cNvSpPr/>
          <p:nvPr/>
        </p:nvSpPr>
        <p:spPr>
          <a:xfrm>
            <a:off x="1490752" y="2288813"/>
            <a:ext cx="1010535" cy="914400"/>
          </a:xfrm>
          <a:custGeom>
            <a:avLst/>
            <a:gdLst>
              <a:gd name="connsiteX0" fmla="*/ 0 w 1010535"/>
              <a:gd name="connsiteY0" fmla="*/ 0 h 881101"/>
              <a:gd name="connsiteX1" fmla="*/ 1010535 w 1010535"/>
              <a:gd name="connsiteY1" fmla="*/ 0 h 881101"/>
              <a:gd name="connsiteX2" fmla="*/ 1010535 w 1010535"/>
              <a:gd name="connsiteY2" fmla="*/ 881101 h 881101"/>
              <a:gd name="connsiteX3" fmla="*/ 0 w 1010535"/>
              <a:gd name="connsiteY3" fmla="*/ 881101 h 881101"/>
              <a:gd name="connsiteX4" fmla="*/ 0 w 1010535"/>
              <a:gd name="connsiteY4" fmla="*/ 0 h 881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535" h="881101">
                <a:moveTo>
                  <a:pt x="0" y="0"/>
                </a:moveTo>
                <a:lnTo>
                  <a:pt x="1010535" y="0"/>
                </a:lnTo>
                <a:lnTo>
                  <a:pt x="1010535" y="881101"/>
                </a:lnTo>
                <a:lnTo>
                  <a:pt x="0" y="881101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890" tIns="45720" rIns="8890" bIns="8890" numCol="1" spcCol="1270" anchor="t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CFO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D5B705B-979B-8F09-38AE-5FD8397043B5}"/>
              </a:ext>
            </a:extLst>
          </p:cNvPr>
          <p:cNvSpPr/>
          <p:nvPr/>
        </p:nvSpPr>
        <p:spPr>
          <a:xfrm>
            <a:off x="3019188" y="2288813"/>
            <a:ext cx="1010535" cy="914400"/>
          </a:xfrm>
          <a:custGeom>
            <a:avLst/>
            <a:gdLst>
              <a:gd name="connsiteX0" fmla="*/ 0 w 1010535"/>
              <a:gd name="connsiteY0" fmla="*/ 0 h 881101"/>
              <a:gd name="connsiteX1" fmla="*/ 1010535 w 1010535"/>
              <a:gd name="connsiteY1" fmla="*/ 0 h 881101"/>
              <a:gd name="connsiteX2" fmla="*/ 1010535 w 1010535"/>
              <a:gd name="connsiteY2" fmla="*/ 881101 h 881101"/>
              <a:gd name="connsiteX3" fmla="*/ 0 w 1010535"/>
              <a:gd name="connsiteY3" fmla="*/ 881101 h 881101"/>
              <a:gd name="connsiteX4" fmla="*/ 0 w 1010535"/>
              <a:gd name="connsiteY4" fmla="*/ 0 h 881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535" h="881101">
                <a:moveTo>
                  <a:pt x="0" y="0"/>
                </a:moveTo>
                <a:lnTo>
                  <a:pt x="1010535" y="0"/>
                </a:lnTo>
                <a:lnTo>
                  <a:pt x="1010535" y="881101"/>
                </a:lnTo>
                <a:lnTo>
                  <a:pt x="0" y="881101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890" tIns="45720" rIns="8890" bIns="8890" numCol="1" spcCol="1270" anchor="t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CMO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E02B1AD-E85D-8DBB-A4C6-F4A0DAE237A0}"/>
              </a:ext>
            </a:extLst>
          </p:cNvPr>
          <p:cNvSpPr/>
          <p:nvPr/>
        </p:nvSpPr>
        <p:spPr>
          <a:xfrm>
            <a:off x="4547624" y="2288813"/>
            <a:ext cx="1010535" cy="914400"/>
          </a:xfrm>
          <a:custGeom>
            <a:avLst/>
            <a:gdLst>
              <a:gd name="connsiteX0" fmla="*/ 0 w 1010535"/>
              <a:gd name="connsiteY0" fmla="*/ 0 h 868090"/>
              <a:gd name="connsiteX1" fmla="*/ 1010535 w 1010535"/>
              <a:gd name="connsiteY1" fmla="*/ 0 h 868090"/>
              <a:gd name="connsiteX2" fmla="*/ 1010535 w 1010535"/>
              <a:gd name="connsiteY2" fmla="*/ 868090 h 868090"/>
              <a:gd name="connsiteX3" fmla="*/ 0 w 1010535"/>
              <a:gd name="connsiteY3" fmla="*/ 868090 h 868090"/>
              <a:gd name="connsiteX4" fmla="*/ 0 w 1010535"/>
              <a:gd name="connsiteY4" fmla="*/ 0 h 868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535" h="868090">
                <a:moveTo>
                  <a:pt x="0" y="0"/>
                </a:moveTo>
                <a:lnTo>
                  <a:pt x="1010535" y="0"/>
                </a:lnTo>
                <a:lnTo>
                  <a:pt x="1010535" y="868090"/>
                </a:lnTo>
                <a:lnTo>
                  <a:pt x="0" y="86809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890" tIns="45720" rIns="8890" bIns="8890" numCol="1" spcCol="1270" anchor="t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EAABC84-8887-9F07-02F4-75A2D62A82C7}"/>
              </a:ext>
            </a:extLst>
          </p:cNvPr>
          <p:cNvSpPr/>
          <p:nvPr/>
        </p:nvSpPr>
        <p:spPr>
          <a:xfrm>
            <a:off x="6076060" y="2288813"/>
            <a:ext cx="1010535" cy="914400"/>
          </a:xfrm>
          <a:custGeom>
            <a:avLst/>
            <a:gdLst>
              <a:gd name="connsiteX0" fmla="*/ 0 w 1010535"/>
              <a:gd name="connsiteY0" fmla="*/ 0 h 881101"/>
              <a:gd name="connsiteX1" fmla="*/ 1010535 w 1010535"/>
              <a:gd name="connsiteY1" fmla="*/ 0 h 881101"/>
              <a:gd name="connsiteX2" fmla="*/ 1010535 w 1010535"/>
              <a:gd name="connsiteY2" fmla="*/ 881101 h 881101"/>
              <a:gd name="connsiteX3" fmla="*/ 0 w 1010535"/>
              <a:gd name="connsiteY3" fmla="*/ 881101 h 881101"/>
              <a:gd name="connsiteX4" fmla="*/ 0 w 1010535"/>
              <a:gd name="connsiteY4" fmla="*/ 0 h 881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535" h="881101">
                <a:moveTo>
                  <a:pt x="0" y="0"/>
                </a:moveTo>
                <a:lnTo>
                  <a:pt x="1010535" y="0"/>
                </a:lnTo>
                <a:lnTo>
                  <a:pt x="1010535" y="881101"/>
                </a:lnTo>
                <a:lnTo>
                  <a:pt x="0" y="881101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890" tIns="45720" rIns="8890" bIns="8890" numCol="1" spcCol="1270" anchor="t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320F26F-C5D4-7019-121E-277330CA616C}"/>
              </a:ext>
            </a:extLst>
          </p:cNvPr>
          <p:cNvSpPr/>
          <p:nvPr/>
        </p:nvSpPr>
        <p:spPr>
          <a:xfrm>
            <a:off x="7604494" y="2288813"/>
            <a:ext cx="1010535" cy="914400"/>
          </a:xfrm>
          <a:custGeom>
            <a:avLst/>
            <a:gdLst>
              <a:gd name="connsiteX0" fmla="*/ 0 w 1010535"/>
              <a:gd name="connsiteY0" fmla="*/ 0 h 881101"/>
              <a:gd name="connsiteX1" fmla="*/ 1010535 w 1010535"/>
              <a:gd name="connsiteY1" fmla="*/ 0 h 881101"/>
              <a:gd name="connsiteX2" fmla="*/ 1010535 w 1010535"/>
              <a:gd name="connsiteY2" fmla="*/ 881101 h 881101"/>
              <a:gd name="connsiteX3" fmla="*/ 0 w 1010535"/>
              <a:gd name="connsiteY3" fmla="*/ 881101 h 881101"/>
              <a:gd name="connsiteX4" fmla="*/ 0 w 1010535"/>
              <a:gd name="connsiteY4" fmla="*/ 0 h 881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535" h="881101">
                <a:moveTo>
                  <a:pt x="0" y="0"/>
                </a:moveTo>
                <a:lnTo>
                  <a:pt x="1010535" y="0"/>
                </a:lnTo>
                <a:lnTo>
                  <a:pt x="1010535" y="881101"/>
                </a:lnTo>
                <a:lnTo>
                  <a:pt x="0" y="881101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890" tIns="45720" rIns="8890" bIns="8890" numCol="1" spcCol="1270" anchor="t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kern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CPO - Ctrl</a:t>
            </a:r>
          </a:p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4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0D3E70-6DBE-0F19-11C2-785FF59DC982}"/>
              </a:ext>
            </a:extLst>
          </p:cNvPr>
          <p:cNvSpPr txBox="1"/>
          <p:nvPr/>
        </p:nvSpPr>
        <p:spPr>
          <a:xfrm>
            <a:off x="1635979" y="2554430"/>
            <a:ext cx="720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Insert Photo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861E5-705F-4857-38A1-2F433DD6B229}"/>
              </a:ext>
            </a:extLst>
          </p:cNvPr>
          <p:cNvSpPr txBox="1"/>
          <p:nvPr/>
        </p:nvSpPr>
        <p:spPr>
          <a:xfrm>
            <a:off x="3164415" y="2554430"/>
            <a:ext cx="720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Insert Photo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F7399-A314-198A-A597-D78E48F83D84}"/>
              </a:ext>
            </a:extLst>
          </p:cNvPr>
          <p:cNvSpPr txBox="1"/>
          <p:nvPr/>
        </p:nvSpPr>
        <p:spPr>
          <a:xfrm>
            <a:off x="4687448" y="2554430"/>
            <a:ext cx="720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Insert Photo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0E8AB-B55B-2857-891A-37BC8A17976D}"/>
              </a:ext>
            </a:extLst>
          </p:cNvPr>
          <p:cNvSpPr txBox="1"/>
          <p:nvPr/>
        </p:nvSpPr>
        <p:spPr>
          <a:xfrm>
            <a:off x="6221287" y="2554430"/>
            <a:ext cx="720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Insert Photo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55F2F-8176-C8DA-24E3-6244946FE402}"/>
              </a:ext>
            </a:extLst>
          </p:cNvPr>
          <p:cNvSpPr txBox="1"/>
          <p:nvPr/>
        </p:nvSpPr>
        <p:spPr>
          <a:xfrm>
            <a:off x="7749721" y="2554430"/>
            <a:ext cx="720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Insert Photo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5943E-08BF-299E-97EB-47E182E09E0B}"/>
              </a:ext>
            </a:extLst>
          </p:cNvPr>
          <p:cNvSpPr txBox="1"/>
          <p:nvPr/>
        </p:nvSpPr>
        <p:spPr>
          <a:xfrm>
            <a:off x="4680222" y="1271654"/>
            <a:ext cx="720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Insert Photo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C08F97-5A07-64C4-5461-2D0274974870}"/>
              </a:ext>
            </a:extLst>
          </p:cNvPr>
          <p:cNvCxnSpPr>
            <a:cxnSpLocks/>
          </p:cNvCxnSpPr>
          <p:nvPr/>
        </p:nvCxnSpPr>
        <p:spPr>
          <a:xfrm>
            <a:off x="5040262" y="1897070"/>
            <a:ext cx="0" cy="21252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4478525-66C7-4524-8986-C2A1A276B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324353"/>
              </p:ext>
            </p:extLst>
          </p:nvPr>
        </p:nvGraphicFramePr>
        <p:xfrm>
          <a:off x="1212712" y="4401507"/>
          <a:ext cx="7589520" cy="436104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517904">
                  <a:extLst>
                    <a:ext uri="{9D8B030D-6E8A-4147-A177-3AD203B41FA5}">
                      <a16:colId xmlns:a16="http://schemas.microsoft.com/office/drawing/2014/main" val="3623629238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3482101279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3858012277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8762061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3304483193"/>
                    </a:ext>
                  </a:extLst>
                </a:gridCol>
              </a:tblGrid>
              <a:tr h="197616">
                <a:tc>
                  <a:txBody>
                    <a:bodyPr/>
                    <a:lstStyle/>
                    <a:p>
                      <a:pPr marL="0" marR="0" lvl="0" indent="0" algn="l" defTabSz="4114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 dirty="0"/>
                        <a:t>Sustainability*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1000" b="1" noProof="0" dirty="0"/>
                        <a:t>X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endParaRPr lang="en-US" sz="1000" b="1" noProof="0" dirty="0"/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endParaRPr lang="en-US" sz="1000" noProof="0" dirty="0"/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endParaRPr lang="en-US" sz="1000" noProof="0" dirty="0"/>
                    </a:p>
                  </a:txBody>
                  <a:tcPr marL="65653" marR="65653" marT="32826" marB="32826"/>
                </a:tc>
                <a:extLst>
                  <a:ext uri="{0D108BD9-81ED-4DB2-BD59-A6C34878D82A}">
                    <a16:rowId xmlns:a16="http://schemas.microsoft.com/office/drawing/2014/main" val="2715297431"/>
                  </a:ext>
                </a:extLst>
              </a:tr>
              <a:tr h="197616">
                <a:tc>
                  <a:txBody>
                    <a:bodyPr/>
                    <a:lstStyle/>
                    <a:p>
                      <a:r>
                        <a:rPr lang="en-US" sz="1000" b="1" noProof="0" dirty="0"/>
                        <a:t>Purchasing*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endParaRPr lang="en-US" sz="1000" b="1" noProof="0" dirty="0"/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endParaRPr lang="en-US" sz="1000" b="1" noProof="0" dirty="0"/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r>
                        <a:rPr lang="en-US" sz="1000" b="1" noProof="0" dirty="0"/>
                        <a:t>X</a:t>
                      </a:r>
                    </a:p>
                  </a:txBody>
                  <a:tcPr marL="65653" marR="65653" marT="32826" marB="32826"/>
                </a:tc>
                <a:tc>
                  <a:txBody>
                    <a:bodyPr/>
                    <a:lstStyle/>
                    <a:p>
                      <a:endParaRPr lang="en-US" sz="1000" noProof="0" dirty="0"/>
                    </a:p>
                  </a:txBody>
                  <a:tcPr marL="65653" marR="65653" marT="32826" marB="32826"/>
                </a:tc>
                <a:extLst>
                  <a:ext uri="{0D108BD9-81ED-4DB2-BD59-A6C34878D82A}">
                    <a16:rowId xmlns:a16="http://schemas.microsoft.com/office/drawing/2014/main" val="48640612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1232BAD-511D-5779-0274-B3AE5F28C187}"/>
              </a:ext>
            </a:extLst>
          </p:cNvPr>
          <p:cNvSpPr txBox="1"/>
          <p:nvPr/>
        </p:nvSpPr>
        <p:spPr>
          <a:xfrm>
            <a:off x="1904546" y="4837611"/>
            <a:ext cx="56197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*Mark with </a:t>
            </a:r>
            <a:r>
              <a:rPr lang="en-US" sz="800" b="1" dirty="0"/>
              <a:t>X</a:t>
            </a:r>
            <a:r>
              <a:rPr lang="en-US" sz="800" dirty="0"/>
              <a:t> who assumes this function (CMO, COO, CLO or CPO/Controller)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73970D0-885D-1442-9828-B9C157FC9CEC}"/>
              </a:ext>
            </a:extLst>
          </p:cNvPr>
          <p:cNvSpPr txBox="1">
            <a:spLocks/>
          </p:cNvSpPr>
          <p:nvPr/>
        </p:nvSpPr>
        <p:spPr>
          <a:xfrm>
            <a:off x="420623" y="195486"/>
            <a:ext cx="3384376" cy="471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11480" rtl="0" eaLnBrk="1" latinLnBrk="0" hangingPunct="1">
              <a:spcBef>
                <a:spcPct val="20000"/>
              </a:spcBef>
              <a:buFont typeface="Arial"/>
              <a:buNone/>
              <a:defRPr sz="2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7230" indent="-285750" algn="l" defTabSz="411480" rtl="0" eaLnBrk="1" latinLnBrk="0" hangingPunct="1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4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08710" indent="-285750" algn="l" defTabSz="411480" rtl="0" eaLnBrk="1" latinLnBrk="0" hangingPunct="1">
              <a:spcBef>
                <a:spcPct val="20000"/>
              </a:spcBef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190" indent="-285750" algn="l" defTabSz="41148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Organizational chart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BABD48B-2B9B-5F1E-2030-D0D922AEC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849320"/>
              </p:ext>
            </p:extLst>
          </p:nvPr>
        </p:nvGraphicFramePr>
        <p:xfrm>
          <a:off x="4105248" y="195486"/>
          <a:ext cx="469018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647">
                  <a:extLst>
                    <a:ext uri="{9D8B030D-6E8A-4147-A177-3AD203B41FA5}">
                      <a16:colId xmlns:a16="http://schemas.microsoft.com/office/drawing/2014/main" val="3995457987"/>
                    </a:ext>
                  </a:extLst>
                </a:gridCol>
                <a:gridCol w="3268497">
                  <a:extLst>
                    <a:ext uri="{9D8B030D-6E8A-4147-A177-3AD203B41FA5}">
                      <a16:colId xmlns:a16="http://schemas.microsoft.com/office/drawing/2014/main" val="1894652547"/>
                    </a:ext>
                  </a:extLst>
                </a:gridCol>
                <a:gridCol w="695039">
                  <a:extLst>
                    <a:ext uri="{9D8B030D-6E8A-4147-A177-3AD203B41FA5}">
                      <a16:colId xmlns:a16="http://schemas.microsoft.com/office/drawing/2014/main" val="2105389557"/>
                    </a:ext>
                  </a:extLst>
                </a:gridCol>
              </a:tblGrid>
              <a:tr h="188357">
                <a:tc>
                  <a:txBody>
                    <a:bodyPr/>
                    <a:lstStyle/>
                    <a:p>
                      <a:pPr algn="ctr"/>
                      <a:r>
                        <a:rPr lang="en-US" sz="1100" noProof="0" dirty="0"/>
                        <a:t>Team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Team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World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837676"/>
                  </a:ext>
                </a:extLst>
              </a:tr>
              <a:tr h="293432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AirFlow</a:t>
                      </a:r>
                      <a:r>
                        <a:rPr lang="en-US" sz="1400" noProof="0" dirty="0"/>
                        <a:t> Six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2429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6BEB434-59B2-8775-80F3-BF3A73F83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519" y="2512977"/>
            <a:ext cx="593000" cy="6659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DA041F-283A-831D-D02E-259C8B302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3356" y="2533680"/>
            <a:ext cx="461643" cy="62457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7C69879-B22B-621D-FB78-091C1E3BEF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456" y="2506886"/>
            <a:ext cx="507207" cy="66441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16AC7CC-32B1-9FB3-4DAB-41E83A065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8249" y="1231429"/>
            <a:ext cx="425421" cy="62652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681A549-5207-0D90-6440-486E2F3D07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6656" y="2514030"/>
            <a:ext cx="473037" cy="66472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FCAB182-DD89-0137-6DA8-422E5AD15B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9169" y="2504141"/>
            <a:ext cx="513976" cy="66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816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585D8-2CD2-2A66-39C1-B78F81F9A0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47" y="207475"/>
            <a:ext cx="3384376" cy="471663"/>
          </a:xfrm>
        </p:spPr>
        <p:txBody>
          <a:bodyPr/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Team Contract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158E520-97DB-66C1-FD9A-68E18C43A485}"/>
              </a:ext>
            </a:extLst>
          </p:cNvPr>
          <p:cNvSpPr/>
          <p:nvPr/>
        </p:nvSpPr>
        <p:spPr>
          <a:xfrm>
            <a:off x="614521" y="1081028"/>
            <a:ext cx="7989927" cy="1231938"/>
          </a:xfrm>
          <a:custGeom>
            <a:avLst/>
            <a:gdLst>
              <a:gd name="connsiteX0" fmla="*/ 0 w 1010535"/>
              <a:gd name="connsiteY0" fmla="*/ 0 h 505267"/>
              <a:gd name="connsiteX1" fmla="*/ 1010535 w 1010535"/>
              <a:gd name="connsiteY1" fmla="*/ 0 h 505267"/>
              <a:gd name="connsiteX2" fmla="*/ 1010535 w 1010535"/>
              <a:gd name="connsiteY2" fmla="*/ 505267 h 505267"/>
              <a:gd name="connsiteX3" fmla="*/ 0 w 1010535"/>
              <a:gd name="connsiteY3" fmla="*/ 505267 h 505267"/>
              <a:gd name="connsiteX4" fmla="*/ 0 w 1010535"/>
              <a:gd name="connsiteY4" fmla="*/ 0 h 505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535" h="505267">
                <a:moveTo>
                  <a:pt x="0" y="0"/>
                </a:moveTo>
                <a:lnTo>
                  <a:pt x="1010535" y="0"/>
                </a:lnTo>
                <a:lnTo>
                  <a:pt x="1010535" y="505267"/>
                </a:lnTo>
                <a:lnTo>
                  <a:pt x="0" y="5052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91440" numCol="1" spcCol="1270" anchor="t" anchorCtr="0">
            <a:noAutofit/>
          </a:bodyPr>
          <a:lstStyle/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Mission as Management Team:</a:t>
            </a:r>
          </a:p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AirFlow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Size will operate as a unified Committee, where transparency supersedes siloed departmental goals. We prioritize collective solvency over individual optimization, fostering a culture where "bad news travels fast" so bottlenecks in cash flow or capacity can be addressed immediately.</a:t>
            </a:r>
          </a:p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Above all, a spirit of collaboration is promoted to maximum shareholder value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1DC749B-1CB3-8036-8FF7-EF6AE0F290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672584"/>
            <a:ext cx="720830" cy="384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EF5611-660A-840E-B957-0B6699308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79182"/>
              </p:ext>
            </p:extLst>
          </p:nvPr>
        </p:nvGraphicFramePr>
        <p:xfrm>
          <a:off x="3491882" y="195486"/>
          <a:ext cx="511256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6">
                  <a:extLst>
                    <a:ext uri="{9D8B030D-6E8A-4147-A177-3AD203B41FA5}">
                      <a16:colId xmlns:a16="http://schemas.microsoft.com/office/drawing/2014/main" val="3995457987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189465254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105389557"/>
                    </a:ext>
                  </a:extLst>
                </a:gridCol>
              </a:tblGrid>
              <a:tr h="188357">
                <a:tc>
                  <a:txBody>
                    <a:bodyPr/>
                    <a:lstStyle/>
                    <a:p>
                      <a:pPr algn="ctr"/>
                      <a:r>
                        <a:rPr lang="en-US" sz="1100" noProof="0" dirty="0"/>
                        <a:t>Team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Team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World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837676"/>
                  </a:ext>
                </a:extLst>
              </a:tr>
              <a:tr h="293432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AirFlow</a:t>
                      </a:r>
                      <a:r>
                        <a:rPr lang="en-US" sz="1400" noProof="0" dirty="0"/>
                        <a:t> Six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24298"/>
                  </a:ext>
                </a:extLst>
              </a:tr>
            </a:tbl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ECA7AEA-AE6C-9C30-3579-A83632619A2E}"/>
              </a:ext>
            </a:extLst>
          </p:cNvPr>
          <p:cNvSpPr/>
          <p:nvPr/>
        </p:nvSpPr>
        <p:spPr>
          <a:xfrm>
            <a:off x="614521" y="2469584"/>
            <a:ext cx="7989927" cy="2046382"/>
          </a:xfrm>
          <a:custGeom>
            <a:avLst/>
            <a:gdLst>
              <a:gd name="connsiteX0" fmla="*/ 0 w 1010535"/>
              <a:gd name="connsiteY0" fmla="*/ 0 h 505267"/>
              <a:gd name="connsiteX1" fmla="*/ 1010535 w 1010535"/>
              <a:gd name="connsiteY1" fmla="*/ 0 h 505267"/>
              <a:gd name="connsiteX2" fmla="*/ 1010535 w 1010535"/>
              <a:gd name="connsiteY2" fmla="*/ 505267 h 505267"/>
              <a:gd name="connsiteX3" fmla="*/ 0 w 1010535"/>
              <a:gd name="connsiteY3" fmla="*/ 505267 h 505267"/>
              <a:gd name="connsiteX4" fmla="*/ 0 w 1010535"/>
              <a:gd name="connsiteY4" fmla="*/ 0 h 505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535" h="505267">
                <a:moveTo>
                  <a:pt x="0" y="0"/>
                </a:moveTo>
                <a:lnTo>
                  <a:pt x="1010535" y="0"/>
                </a:lnTo>
                <a:lnTo>
                  <a:pt x="1010535" y="505267"/>
                </a:lnTo>
                <a:lnTo>
                  <a:pt x="0" y="505267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91440" numCol="1" spcCol="1270" anchor="t" anchorCtr="0">
            <a:noAutofit/>
          </a:bodyPr>
          <a:lstStyle/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 as a Team:</a:t>
            </a: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 positive Initial and Subperiod Cash Flows at all times to strictly avoid the Emergency Loan mechanism. We recognize that the 30% interest rate penalty signals financial mismanagement to the Board and destroys shareholder value</a:t>
            </a: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Strictly adhere to the Board’s requirement of a 15% annual reduction in emissions intensity. Sustainability is not a cost, but as a condition for our "license to operate.”</a:t>
            </a: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aim to secure signed agreements with both the Bank and the Unions by preparing data-backed negotiation decks that proactively address their constraints</a:t>
            </a: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aim to explicitly identify and document the trade-offs made in each period (e.g., "We sacrificed short-term cash for long-term ESG compliance") to demonstrate strategic depth in our final Master Thesis</a:t>
            </a:r>
          </a:p>
        </p:txBody>
      </p:sp>
    </p:spTree>
    <p:extLst>
      <p:ext uri="{BB962C8B-B14F-4D97-AF65-F5344CB8AC3E}">
        <p14:creationId xmlns:p14="http://schemas.microsoft.com/office/powerpoint/2010/main" val="2393014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B6DA5-82FD-3992-4E45-B8CC040BD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FE95D-BE6A-0232-5E3B-8DDF2429C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2064" y="207475"/>
            <a:ext cx="3384376" cy="471663"/>
          </a:xfrm>
        </p:spPr>
        <p:txBody>
          <a:bodyPr/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Team Contract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F617708-02CE-DDE8-CEF1-119FDD409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672584"/>
            <a:ext cx="720830" cy="384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D0E7C3-5375-0E25-9A32-6CF2A9A3B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00186"/>
              </p:ext>
            </p:extLst>
          </p:nvPr>
        </p:nvGraphicFramePr>
        <p:xfrm>
          <a:off x="3488921" y="195486"/>
          <a:ext cx="511256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6">
                  <a:extLst>
                    <a:ext uri="{9D8B030D-6E8A-4147-A177-3AD203B41FA5}">
                      <a16:colId xmlns:a16="http://schemas.microsoft.com/office/drawing/2014/main" val="3995457987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189465254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105389557"/>
                    </a:ext>
                  </a:extLst>
                </a:gridCol>
              </a:tblGrid>
              <a:tr h="188357">
                <a:tc>
                  <a:txBody>
                    <a:bodyPr/>
                    <a:lstStyle/>
                    <a:p>
                      <a:pPr algn="ctr"/>
                      <a:r>
                        <a:rPr lang="en-US" sz="1100" noProof="0" dirty="0"/>
                        <a:t>Team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Team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World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837676"/>
                  </a:ext>
                </a:extLst>
              </a:tr>
              <a:tr h="293432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AirFlow</a:t>
                      </a:r>
                      <a:r>
                        <a:rPr lang="en-US" sz="1400" noProof="0" dirty="0"/>
                        <a:t> Six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24298"/>
                  </a:ext>
                </a:extLst>
              </a:tr>
            </a:tbl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9FF9EC-B7C2-B76F-CBA4-65B8A1EC3C10}"/>
              </a:ext>
            </a:extLst>
          </p:cNvPr>
          <p:cNvSpPr/>
          <p:nvPr/>
        </p:nvSpPr>
        <p:spPr>
          <a:xfrm>
            <a:off x="611560" y="1203598"/>
            <a:ext cx="7989927" cy="3240360"/>
          </a:xfrm>
          <a:custGeom>
            <a:avLst/>
            <a:gdLst>
              <a:gd name="connsiteX0" fmla="*/ 0 w 1010535"/>
              <a:gd name="connsiteY0" fmla="*/ 0 h 505267"/>
              <a:gd name="connsiteX1" fmla="*/ 1010535 w 1010535"/>
              <a:gd name="connsiteY1" fmla="*/ 0 h 505267"/>
              <a:gd name="connsiteX2" fmla="*/ 1010535 w 1010535"/>
              <a:gd name="connsiteY2" fmla="*/ 505267 h 505267"/>
              <a:gd name="connsiteX3" fmla="*/ 0 w 1010535"/>
              <a:gd name="connsiteY3" fmla="*/ 505267 h 505267"/>
              <a:gd name="connsiteX4" fmla="*/ 0 w 1010535"/>
              <a:gd name="connsiteY4" fmla="*/ 0 h 505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535" h="505267">
                <a:moveTo>
                  <a:pt x="0" y="0"/>
                </a:moveTo>
                <a:lnTo>
                  <a:pt x="1010535" y="0"/>
                </a:lnTo>
                <a:lnTo>
                  <a:pt x="1010535" y="505267"/>
                </a:lnTo>
                <a:lnTo>
                  <a:pt x="0" y="505267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91440" numCol="1" spcCol="1270" anchor="t" anchorCtr="0">
            <a:noAutofit/>
          </a:bodyPr>
          <a:lstStyle/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Rules - Norms: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meeting rules, decision making, feedback, conflict management…</a:t>
            </a:r>
            <a:r>
              <a:rPr lang="en-US" sz="1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 every simulation period (whether Trial or Real), we commit to a 30-minute debrief to analyze deviations between Planned vs. Actual results. The focus will be on fixing the decision model, not assigning personal blame</a:t>
            </a: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Adhere to a "Market-Back" sequence where the CEO-approved Demand Forecast dictates all operational and financial planning</a:t>
            </a: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Settle resource allocation disputes by prioritizing the option with the highest projected ROI on the current P&amp;L</a:t>
            </a: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 the CFO absolute veto power over any departmental expenditure that triggers a negative Initial Cash Flow</a:t>
            </a: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Designate specific role owners for final dashboard uploads to prevent data overwriting and version control errors</a:t>
            </a: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Enforce mandatory attendance for all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ExSim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meetings with a strict 15-minute "lock-in" prior to simulator deadlines</a:t>
            </a:r>
          </a:p>
          <a:p>
            <a:pPr marL="228600" indent="-22860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Above all, act as a united front and promote collaboration, freedom of expression, promote learning and execution.</a:t>
            </a:r>
          </a:p>
        </p:txBody>
      </p:sp>
    </p:spTree>
    <p:extLst>
      <p:ext uri="{BB962C8B-B14F-4D97-AF65-F5344CB8AC3E}">
        <p14:creationId xmlns:p14="http://schemas.microsoft.com/office/powerpoint/2010/main" val="2643264911"/>
      </p:ext>
    </p:extLst>
  </p:cSld>
  <p:clrMapOvr>
    <a:masterClrMapping/>
  </p:clrMapOvr>
</p:sld>
</file>

<file path=ppt/theme/theme1.xml><?xml version="1.0" encoding="utf-8"?>
<a:theme xmlns:a="http://schemas.openxmlformats.org/drawingml/2006/main" name="IESE THEME- WITH FOOTER">
  <a:themeElements>
    <a:clrScheme name="Personalizados 9">
      <a:dk1>
        <a:srgbClr val="141313"/>
      </a:dk1>
      <a:lt1>
        <a:srgbClr val="FFFFFF"/>
      </a:lt1>
      <a:dk2>
        <a:srgbClr val="FF0000"/>
      </a:dk2>
      <a:lt2>
        <a:srgbClr val="E8E6E6"/>
      </a:lt2>
      <a:accent1>
        <a:srgbClr val="FF6566"/>
      </a:accent1>
      <a:accent2>
        <a:srgbClr val="FF0000"/>
      </a:accent2>
      <a:accent3>
        <a:srgbClr val="FE9999"/>
      </a:accent3>
      <a:accent4>
        <a:srgbClr val="202428"/>
      </a:accent4>
      <a:accent5>
        <a:srgbClr val="504C4C"/>
      </a:accent5>
      <a:accent6>
        <a:srgbClr val="C5C2C2"/>
      </a:accent6>
      <a:hlink>
        <a:srgbClr val="141313"/>
      </a:hlink>
      <a:folHlink>
        <a:srgbClr val="8C86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3175" cmpd="sng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spcBef>
            <a:spcPct val="0"/>
          </a:spcBef>
          <a:buFont typeface="Arial"/>
          <a:buNone/>
          <a:defRPr sz="1600" dirty="0" smtClean="0">
            <a:solidFill>
              <a:schemeClr val="bg1"/>
            </a:solidFill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aIESE" id="{96E22C57-6E0D-2D4D-ABCB-C9E2B4DE5152}" vid="{5F7013D6-E941-724F-A8BC-7591FBEF19DC}"/>
    </a:ext>
  </a:extLst>
</a:theme>
</file>

<file path=ppt/theme/theme2.xml><?xml version="1.0" encoding="utf-8"?>
<a:theme xmlns:a="http://schemas.openxmlformats.org/drawingml/2006/main" name="IESE Theme- NO FOOTER">
  <a:themeElements>
    <a:clrScheme name="Personalizados 9">
      <a:dk1>
        <a:srgbClr val="141313"/>
      </a:dk1>
      <a:lt1>
        <a:srgbClr val="FFFFFF"/>
      </a:lt1>
      <a:dk2>
        <a:srgbClr val="FF0000"/>
      </a:dk2>
      <a:lt2>
        <a:srgbClr val="E8E6E6"/>
      </a:lt2>
      <a:accent1>
        <a:srgbClr val="FF6566"/>
      </a:accent1>
      <a:accent2>
        <a:srgbClr val="FF0000"/>
      </a:accent2>
      <a:accent3>
        <a:srgbClr val="FE9999"/>
      </a:accent3>
      <a:accent4>
        <a:srgbClr val="202428"/>
      </a:accent4>
      <a:accent5>
        <a:srgbClr val="504C4C"/>
      </a:accent5>
      <a:accent6>
        <a:srgbClr val="C5C2C2"/>
      </a:accent6>
      <a:hlink>
        <a:srgbClr val="141313"/>
      </a:hlink>
      <a:folHlink>
        <a:srgbClr val="8C86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3175" cmpd="sng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spcBef>
            <a:spcPct val="0"/>
          </a:spcBef>
          <a:buFont typeface="Arial"/>
          <a:buNone/>
          <a:defRPr sz="1600" dirty="0" smtClean="0">
            <a:solidFill>
              <a:schemeClr val="bg1"/>
            </a:solidFill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aIESE" id="{96E22C57-6E0D-2D4D-ABCB-C9E2B4DE5152}" vid="{5F7013D6-E941-724F-A8BC-7591FBEF19DC}"/>
    </a:ext>
  </a:extLst>
</a:theme>
</file>

<file path=ppt/theme/theme3.xml><?xml version="1.0" encoding="utf-8"?>
<a:theme xmlns:a="http://schemas.openxmlformats.org/drawingml/2006/main" name="IESE Theme- OTHER SLIDES">
  <a:themeElements>
    <a:clrScheme name="Personalizados 9">
      <a:dk1>
        <a:srgbClr val="141313"/>
      </a:dk1>
      <a:lt1>
        <a:srgbClr val="FFFFFF"/>
      </a:lt1>
      <a:dk2>
        <a:srgbClr val="FF0000"/>
      </a:dk2>
      <a:lt2>
        <a:srgbClr val="E8E6E6"/>
      </a:lt2>
      <a:accent1>
        <a:srgbClr val="FF6566"/>
      </a:accent1>
      <a:accent2>
        <a:srgbClr val="FF0000"/>
      </a:accent2>
      <a:accent3>
        <a:srgbClr val="FE9999"/>
      </a:accent3>
      <a:accent4>
        <a:srgbClr val="202428"/>
      </a:accent4>
      <a:accent5>
        <a:srgbClr val="504C4C"/>
      </a:accent5>
      <a:accent6>
        <a:srgbClr val="C5C2C2"/>
      </a:accent6>
      <a:hlink>
        <a:srgbClr val="141313"/>
      </a:hlink>
      <a:folHlink>
        <a:srgbClr val="8C86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3175" cmpd="sng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spcBef>
            <a:spcPct val="0"/>
          </a:spcBef>
          <a:buFont typeface="Arial"/>
          <a:buNone/>
          <a:defRPr sz="1600" dirty="0" smtClean="0">
            <a:solidFill>
              <a:schemeClr val="bg1"/>
            </a:solidFill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aIESE" id="{96E22C57-6E0D-2D4D-ABCB-C9E2B4DE5152}" vid="{5F7013D6-E941-724F-A8BC-7591FBEF19D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47319</TotalTime>
  <Words>519</Words>
  <Application>Microsoft Office PowerPoint</Application>
  <PresentationFormat>On-screen Show (16:9)</PresentationFormat>
  <Paragraphs>80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Courier New</vt:lpstr>
      <vt:lpstr>Wingdings</vt:lpstr>
      <vt:lpstr>IESE THEME- WITH FOOTER</vt:lpstr>
      <vt:lpstr>IESE Theme- NO FOOTER</vt:lpstr>
      <vt:lpstr>IESE Theme- OTHER SLIDES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Alex Grasas</dc:creator>
  <cp:lastModifiedBy>Lichtenstein, Harel</cp:lastModifiedBy>
  <cp:revision>167</cp:revision>
  <cp:lastPrinted>2026-01-03T10:13:51Z</cp:lastPrinted>
  <dcterms:created xsi:type="dcterms:W3CDTF">2023-09-13T08:01:16Z</dcterms:created>
  <dcterms:modified xsi:type="dcterms:W3CDTF">2026-01-03T18:25:38Z</dcterms:modified>
</cp:coreProperties>
</file>